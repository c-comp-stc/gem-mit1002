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5"/>
  </p:notes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0939AC-1374-834B-B28D-479DAE63CFD6}" v="32" dt="2025-11-17T16:26:29.2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572"/>
    <p:restoredTop sz="94689"/>
  </p:normalViewPr>
  <p:slideViewPr>
    <p:cSldViewPr snapToGrid="0">
      <p:cViewPr>
        <p:scale>
          <a:sx n="400" d="100"/>
          <a:sy n="400" d="100"/>
        </p:scale>
        <p:origin x="0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07C47B-49DF-6E47-B7CC-60E04A574985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6D5DC5-EFDC-7247-883D-6717318B5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981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09600" y="358925"/>
            <a:ext cx="6489211" cy="2742289"/>
          </a:xfrm>
        </p:spPr>
        <p:txBody>
          <a:bodyPr/>
          <a:lstStyle>
            <a:lvl1pPr>
              <a:lnSpc>
                <a:spcPct val="90000"/>
              </a:lnSpc>
              <a:defRPr sz="6600" kern="100" cap="all" spc="-2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add </a:t>
            </a:r>
            <a:r>
              <a:rPr lang="en-US" err="1"/>
              <a:t>slidedoc</a:t>
            </a:r>
            <a:r>
              <a:rPr lang="en-US"/>
              <a:t> title</a:t>
            </a:r>
          </a:p>
        </p:txBody>
      </p:sp>
      <p:sp>
        <p:nvSpPr>
          <p:cNvPr id="60" name="Text Placeholder 59"/>
          <p:cNvSpPr>
            <a:spLocks noGrp="1"/>
          </p:cNvSpPr>
          <p:nvPr>
            <p:ph type="body" sz="quarter" idx="10"/>
          </p:nvPr>
        </p:nvSpPr>
        <p:spPr>
          <a:xfrm>
            <a:off x="609601" y="3496727"/>
            <a:ext cx="1996017" cy="2512484"/>
          </a:xfrm>
        </p:spPr>
        <p:txBody>
          <a:bodyPr anchor="b"/>
          <a:lstStyle>
            <a:lvl1pPr>
              <a:lnSpc>
                <a:spcPct val="100000"/>
              </a:lnSpc>
              <a:defRPr sz="1300">
                <a:solidFill>
                  <a:schemeClr val="tx2"/>
                </a:solidFill>
              </a:defRPr>
            </a:lvl1pPr>
            <a:lvl2pPr>
              <a:defRPr b="1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2" name="Straight Connector 61"/>
          <p:cNvCxnSpPr/>
          <p:nvPr/>
        </p:nvCxnSpPr>
        <p:spPr>
          <a:xfrm>
            <a:off x="609600" y="6178550"/>
            <a:ext cx="1996261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 Placeholder 59"/>
          <p:cNvSpPr>
            <a:spLocks noGrp="1"/>
          </p:cNvSpPr>
          <p:nvPr>
            <p:ph type="body" sz="quarter" idx="11"/>
          </p:nvPr>
        </p:nvSpPr>
        <p:spPr>
          <a:xfrm>
            <a:off x="7345793" y="5181599"/>
            <a:ext cx="1996017" cy="1022351"/>
          </a:xfrm>
        </p:spPr>
        <p:txBody>
          <a:bodyPr anchor="b"/>
          <a:lstStyle>
            <a:lvl1pPr algn="r">
              <a:lnSpc>
                <a:spcPct val="100000"/>
              </a:lnSpc>
              <a:defRPr sz="1300" b="1">
                <a:solidFill>
                  <a:schemeClr val="bg1"/>
                </a:solidFill>
              </a:defRPr>
            </a:lvl1pPr>
            <a:lvl2pPr>
              <a:defRPr b="1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Text Placeholder 59"/>
          <p:cNvSpPr>
            <a:spLocks noGrp="1"/>
          </p:cNvSpPr>
          <p:nvPr>
            <p:ph type="body" sz="quarter" idx="12"/>
          </p:nvPr>
        </p:nvSpPr>
        <p:spPr>
          <a:xfrm>
            <a:off x="9586384" y="5181599"/>
            <a:ext cx="1996017" cy="1022351"/>
          </a:xfrm>
        </p:spPr>
        <p:txBody>
          <a:bodyPr anchor="b"/>
          <a:lstStyle>
            <a:lvl1pPr algn="r">
              <a:lnSpc>
                <a:spcPct val="100000"/>
              </a:lnSpc>
              <a:defRPr sz="1300" b="1">
                <a:solidFill>
                  <a:schemeClr val="bg1"/>
                </a:solidFill>
              </a:defRPr>
            </a:lvl1pPr>
            <a:lvl2pPr>
              <a:defRPr b="1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18008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85800"/>
            <a:ext cx="4242736" cy="122802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4" name="Text Placeholder 33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1" y="2319871"/>
            <a:ext cx="1996017" cy="1083733"/>
          </a:xfrm>
        </p:spPr>
        <p:txBody>
          <a:bodyPr/>
          <a:lstStyle>
            <a:lvl1pPr>
              <a:buNone/>
              <a:defRPr sz="6600" b="1" i="0" spc="-30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37" name="Text Placeholder 36"/>
          <p:cNvSpPr>
            <a:spLocks noGrp="1"/>
          </p:cNvSpPr>
          <p:nvPr>
            <p:ph type="body" sz="quarter" idx="11"/>
          </p:nvPr>
        </p:nvSpPr>
        <p:spPr>
          <a:xfrm>
            <a:off x="5105400" y="685800"/>
            <a:ext cx="6477000" cy="12280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33"/>
          <p:cNvSpPr>
            <a:spLocks noGrp="1"/>
          </p:cNvSpPr>
          <p:nvPr>
            <p:ph type="body" sz="quarter" idx="12" hasCustomPrompt="1"/>
          </p:nvPr>
        </p:nvSpPr>
        <p:spPr>
          <a:xfrm>
            <a:off x="2853797" y="2319871"/>
            <a:ext cx="1996017" cy="1083733"/>
          </a:xfrm>
        </p:spPr>
        <p:txBody>
          <a:bodyPr/>
          <a:lstStyle>
            <a:lvl1pPr>
              <a:buNone/>
              <a:defRPr sz="6600" b="1" i="0" spc="-30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40" name="Text Placeholder 33"/>
          <p:cNvSpPr>
            <a:spLocks noGrp="1"/>
          </p:cNvSpPr>
          <p:nvPr>
            <p:ph type="body" sz="quarter" idx="13" hasCustomPrompt="1"/>
          </p:nvPr>
        </p:nvSpPr>
        <p:spPr>
          <a:xfrm>
            <a:off x="5097993" y="2319871"/>
            <a:ext cx="1996017" cy="1083733"/>
          </a:xfrm>
        </p:spPr>
        <p:txBody>
          <a:bodyPr/>
          <a:lstStyle>
            <a:lvl1pPr>
              <a:buNone/>
              <a:defRPr sz="6600" b="1" i="0" spc="-30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42" name="Text Placeholder 33"/>
          <p:cNvSpPr>
            <a:spLocks noGrp="1"/>
          </p:cNvSpPr>
          <p:nvPr>
            <p:ph type="body" sz="quarter" idx="14" hasCustomPrompt="1"/>
          </p:nvPr>
        </p:nvSpPr>
        <p:spPr>
          <a:xfrm>
            <a:off x="7342189" y="2319871"/>
            <a:ext cx="1996017" cy="1083733"/>
          </a:xfrm>
        </p:spPr>
        <p:txBody>
          <a:bodyPr/>
          <a:lstStyle>
            <a:lvl1pPr>
              <a:buNone/>
              <a:defRPr sz="6600" b="1" i="0" spc="-30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44" name="Text Placeholder 33"/>
          <p:cNvSpPr>
            <a:spLocks noGrp="1"/>
          </p:cNvSpPr>
          <p:nvPr>
            <p:ph type="body" sz="quarter" idx="15" hasCustomPrompt="1"/>
          </p:nvPr>
        </p:nvSpPr>
        <p:spPr>
          <a:xfrm>
            <a:off x="9586384" y="2319871"/>
            <a:ext cx="1996017" cy="1083733"/>
          </a:xfrm>
        </p:spPr>
        <p:txBody>
          <a:bodyPr/>
          <a:lstStyle>
            <a:lvl1pPr>
              <a:buNone/>
              <a:defRPr sz="6600" b="1" i="0" spc="-30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25" name="Text Placeholder 33"/>
          <p:cNvSpPr>
            <a:spLocks noGrp="1"/>
          </p:cNvSpPr>
          <p:nvPr>
            <p:ph type="body" sz="quarter" idx="21" hasCustomPrompt="1"/>
          </p:nvPr>
        </p:nvSpPr>
        <p:spPr>
          <a:xfrm>
            <a:off x="609601" y="2228136"/>
            <a:ext cx="1996017" cy="295466"/>
          </a:xfrm>
        </p:spPr>
        <p:txBody>
          <a:bodyPr anchor="b">
            <a:noAutofit/>
          </a:bodyPr>
          <a:lstStyle>
            <a:lvl1pPr>
              <a:buNone/>
              <a:defRPr sz="16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26" name="Text Placeholder 33"/>
          <p:cNvSpPr>
            <a:spLocks noGrp="1"/>
          </p:cNvSpPr>
          <p:nvPr>
            <p:ph type="body" sz="quarter" idx="22" hasCustomPrompt="1"/>
          </p:nvPr>
        </p:nvSpPr>
        <p:spPr>
          <a:xfrm>
            <a:off x="2853797" y="2228136"/>
            <a:ext cx="1996017" cy="295466"/>
          </a:xfrm>
        </p:spPr>
        <p:txBody>
          <a:bodyPr anchor="b">
            <a:noAutofit/>
          </a:bodyPr>
          <a:lstStyle>
            <a:lvl1pPr>
              <a:buNone/>
              <a:defRPr sz="16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27" name="Text Placeholder 33"/>
          <p:cNvSpPr>
            <a:spLocks noGrp="1"/>
          </p:cNvSpPr>
          <p:nvPr>
            <p:ph type="body" sz="quarter" idx="23" hasCustomPrompt="1"/>
          </p:nvPr>
        </p:nvSpPr>
        <p:spPr>
          <a:xfrm>
            <a:off x="5097993" y="2228136"/>
            <a:ext cx="1996017" cy="295466"/>
          </a:xfrm>
        </p:spPr>
        <p:txBody>
          <a:bodyPr anchor="b">
            <a:noAutofit/>
          </a:bodyPr>
          <a:lstStyle>
            <a:lvl1pPr>
              <a:buNone/>
              <a:defRPr sz="16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28" name="Text Placeholder 33"/>
          <p:cNvSpPr>
            <a:spLocks noGrp="1"/>
          </p:cNvSpPr>
          <p:nvPr>
            <p:ph type="body" sz="quarter" idx="24" hasCustomPrompt="1"/>
          </p:nvPr>
        </p:nvSpPr>
        <p:spPr>
          <a:xfrm>
            <a:off x="7342189" y="2228136"/>
            <a:ext cx="1996017" cy="295466"/>
          </a:xfrm>
        </p:spPr>
        <p:txBody>
          <a:bodyPr anchor="b">
            <a:noAutofit/>
          </a:bodyPr>
          <a:lstStyle>
            <a:lvl1pPr>
              <a:buNone/>
              <a:defRPr sz="16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29" name="Text Placeholder 33"/>
          <p:cNvSpPr>
            <a:spLocks noGrp="1"/>
          </p:cNvSpPr>
          <p:nvPr>
            <p:ph type="body" sz="quarter" idx="25" hasCustomPrompt="1"/>
          </p:nvPr>
        </p:nvSpPr>
        <p:spPr>
          <a:xfrm>
            <a:off x="9586384" y="2228136"/>
            <a:ext cx="1996017" cy="295466"/>
          </a:xfrm>
        </p:spPr>
        <p:txBody>
          <a:bodyPr anchor="b">
            <a:noAutofit/>
          </a:bodyPr>
          <a:lstStyle>
            <a:lvl1pPr>
              <a:buNone/>
              <a:defRPr sz="16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71" name="Text Placeholder 33"/>
          <p:cNvSpPr>
            <a:spLocks noGrp="1"/>
          </p:cNvSpPr>
          <p:nvPr>
            <p:ph type="body" sz="quarter" idx="31" hasCustomPrompt="1"/>
          </p:nvPr>
        </p:nvSpPr>
        <p:spPr>
          <a:xfrm>
            <a:off x="609601" y="4428070"/>
            <a:ext cx="1996017" cy="1083733"/>
          </a:xfrm>
        </p:spPr>
        <p:txBody>
          <a:bodyPr/>
          <a:lstStyle>
            <a:lvl1pPr>
              <a:buNone/>
              <a:defRPr sz="6600" b="1" i="0" spc="-30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72" name="Text Placeholder 33"/>
          <p:cNvSpPr>
            <a:spLocks noGrp="1"/>
          </p:cNvSpPr>
          <p:nvPr>
            <p:ph type="body" sz="quarter" idx="32" hasCustomPrompt="1"/>
          </p:nvPr>
        </p:nvSpPr>
        <p:spPr>
          <a:xfrm>
            <a:off x="2853797" y="4428070"/>
            <a:ext cx="1996017" cy="1083733"/>
          </a:xfrm>
        </p:spPr>
        <p:txBody>
          <a:bodyPr/>
          <a:lstStyle>
            <a:lvl1pPr>
              <a:buNone/>
              <a:defRPr sz="6600" b="1" i="0" spc="-30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73" name="Text Placeholder 33"/>
          <p:cNvSpPr>
            <a:spLocks noGrp="1"/>
          </p:cNvSpPr>
          <p:nvPr>
            <p:ph type="body" sz="quarter" idx="33" hasCustomPrompt="1"/>
          </p:nvPr>
        </p:nvSpPr>
        <p:spPr>
          <a:xfrm>
            <a:off x="5097993" y="4428070"/>
            <a:ext cx="1996017" cy="1083733"/>
          </a:xfrm>
        </p:spPr>
        <p:txBody>
          <a:bodyPr/>
          <a:lstStyle>
            <a:lvl1pPr>
              <a:buNone/>
              <a:defRPr sz="6600" b="1" i="0" spc="-30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74" name="Text Placeholder 33"/>
          <p:cNvSpPr>
            <a:spLocks noGrp="1"/>
          </p:cNvSpPr>
          <p:nvPr>
            <p:ph type="body" sz="quarter" idx="34" hasCustomPrompt="1"/>
          </p:nvPr>
        </p:nvSpPr>
        <p:spPr>
          <a:xfrm>
            <a:off x="7342189" y="4428070"/>
            <a:ext cx="1996017" cy="1083733"/>
          </a:xfrm>
        </p:spPr>
        <p:txBody>
          <a:bodyPr/>
          <a:lstStyle>
            <a:lvl1pPr>
              <a:buNone/>
              <a:defRPr sz="6600" b="1" i="0" spc="-30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75" name="Text Placeholder 33"/>
          <p:cNvSpPr>
            <a:spLocks noGrp="1"/>
          </p:cNvSpPr>
          <p:nvPr>
            <p:ph type="body" sz="quarter" idx="35" hasCustomPrompt="1"/>
          </p:nvPr>
        </p:nvSpPr>
        <p:spPr>
          <a:xfrm>
            <a:off x="9586384" y="4428070"/>
            <a:ext cx="1996017" cy="1083733"/>
          </a:xfrm>
        </p:spPr>
        <p:txBody>
          <a:bodyPr/>
          <a:lstStyle>
            <a:lvl1pPr>
              <a:buNone/>
              <a:defRPr sz="6600" b="1" i="0" spc="-30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76" name="Text Placeholder 33"/>
          <p:cNvSpPr>
            <a:spLocks noGrp="1"/>
          </p:cNvSpPr>
          <p:nvPr>
            <p:ph type="body" sz="quarter" idx="36" hasCustomPrompt="1"/>
          </p:nvPr>
        </p:nvSpPr>
        <p:spPr>
          <a:xfrm>
            <a:off x="609601" y="4336335"/>
            <a:ext cx="1996017" cy="295466"/>
          </a:xfrm>
        </p:spPr>
        <p:txBody>
          <a:bodyPr anchor="b">
            <a:noAutofit/>
          </a:bodyPr>
          <a:lstStyle>
            <a:lvl1pPr>
              <a:buNone/>
              <a:defRPr sz="16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77" name="Text Placeholder 33"/>
          <p:cNvSpPr>
            <a:spLocks noGrp="1"/>
          </p:cNvSpPr>
          <p:nvPr>
            <p:ph type="body" sz="quarter" idx="37" hasCustomPrompt="1"/>
          </p:nvPr>
        </p:nvSpPr>
        <p:spPr>
          <a:xfrm>
            <a:off x="2853797" y="4336335"/>
            <a:ext cx="1996017" cy="295466"/>
          </a:xfrm>
        </p:spPr>
        <p:txBody>
          <a:bodyPr anchor="b">
            <a:noAutofit/>
          </a:bodyPr>
          <a:lstStyle>
            <a:lvl1pPr>
              <a:buNone/>
              <a:defRPr sz="16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78" name="Text Placeholder 33"/>
          <p:cNvSpPr>
            <a:spLocks noGrp="1"/>
          </p:cNvSpPr>
          <p:nvPr>
            <p:ph type="body" sz="quarter" idx="38" hasCustomPrompt="1"/>
          </p:nvPr>
        </p:nvSpPr>
        <p:spPr>
          <a:xfrm>
            <a:off x="5097993" y="4336335"/>
            <a:ext cx="1996017" cy="295466"/>
          </a:xfrm>
        </p:spPr>
        <p:txBody>
          <a:bodyPr anchor="b">
            <a:noAutofit/>
          </a:bodyPr>
          <a:lstStyle>
            <a:lvl1pPr>
              <a:buNone/>
              <a:defRPr sz="16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79" name="Text Placeholder 33"/>
          <p:cNvSpPr>
            <a:spLocks noGrp="1"/>
          </p:cNvSpPr>
          <p:nvPr>
            <p:ph type="body" sz="quarter" idx="39" hasCustomPrompt="1"/>
          </p:nvPr>
        </p:nvSpPr>
        <p:spPr>
          <a:xfrm>
            <a:off x="7342189" y="4336335"/>
            <a:ext cx="1996017" cy="295466"/>
          </a:xfrm>
        </p:spPr>
        <p:txBody>
          <a:bodyPr anchor="b">
            <a:noAutofit/>
          </a:bodyPr>
          <a:lstStyle>
            <a:lvl1pPr>
              <a:buNone/>
              <a:defRPr sz="16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80" name="Text Placeholder 33"/>
          <p:cNvSpPr>
            <a:spLocks noGrp="1"/>
          </p:cNvSpPr>
          <p:nvPr>
            <p:ph type="body" sz="quarter" idx="40" hasCustomPrompt="1"/>
          </p:nvPr>
        </p:nvSpPr>
        <p:spPr>
          <a:xfrm>
            <a:off x="9586384" y="4336335"/>
            <a:ext cx="1996017" cy="295466"/>
          </a:xfrm>
        </p:spPr>
        <p:txBody>
          <a:bodyPr anchor="b">
            <a:noAutofit/>
          </a:bodyPr>
          <a:lstStyle>
            <a:lvl1pPr>
              <a:buNone/>
              <a:defRPr sz="16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</p:spTree>
    <p:extLst>
      <p:ext uri="{BB962C8B-B14F-4D97-AF65-F5344CB8AC3E}">
        <p14:creationId xmlns:p14="http://schemas.microsoft.com/office/powerpoint/2010/main" val="3755325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5105438" y="6407150"/>
            <a:ext cx="5614628" cy="450850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800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1070948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 +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3"/>
          </p:nvPr>
        </p:nvSpPr>
        <p:spPr>
          <a:xfrm>
            <a:off x="1735017" y="3429000"/>
            <a:ext cx="3095673" cy="2749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5105438" y="6407150"/>
            <a:ext cx="5614628" cy="450850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800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231117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448" y="3429000"/>
            <a:ext cx="6478953" cy="2749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5103447" y="6407150"/>
            <a:ext cx="5616619" cy="450850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800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1836130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448" y="685800"/>
            <a:ext cx="3095673" cy="5492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6" name="Content Placeholder 2"/>
          <p:cNvSpPr>
            <a:spLocks noGrp="1"/>
          </p:cNvSpPr>
          <p:nvPr>
            <p:ph idx="10"/>
          </p:nvPr>
        </p:nvSpPr>
        <p:spPr>
          <a:xfrm>
            <a:off x="8471877" y="685800"/>
            <a:ext cx="3110523" cy="5492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5105438" y="6407150"/>
            <a:ext cx="5614628" cy="450850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800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595576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5103448" y="3429000"/>
            <a:ext cx="3095673" cy="2749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0"/>
          </p:nvPr>
        </p:nvSpPr>
        <p:spPr>
          <a:xfrm>
            <a:off x="8471877" y="3429000"/>
            <a:ext cx="3110523" cy="2749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5105438" y="6407150"/>
            <a:ext cx="5614628" cy="450850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800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3869528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5103448" y="3429000"/>
            <a:ext cx="3095673" cy="2749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0"/>
          </p:nvPr>
        </p:nvSpPr>
        <p:spPr>
          <a:xfrm>
            <a:off x="8471877" y="3429000"/>
            <a:ext cx="3110523" cy="2749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idx="11"/>
          </p:nvPr>
        </p:nvSpPr>
        <p:spPr>
          <a:xfrm>
            <a:off x="1735017" y="3429000"/>
            <a:ext cx="3095673" cy="2749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5105438" y="6407150"/>
            <a:ext cx="5614628" cy="450850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800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21379903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5105438" y="6407150"/>
            <a:ext cx="5614628" cy="450850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800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393821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scher-Ma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5105438" y="6407150"/>
            <a:ext cx="5614628" cy="450850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800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BD559B6-E7E0-7D75-CEA6-4C8A58D694E7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1275" y="946644"/>
            <a:ext cx="5486400" cy="444500"/>
          </a:xfrm>
        </p:spPr>
        <p:txBody>
          <a:bodyPr/>
          <a:lstStyle>
            <a:lvl1pPr algn="ctr">
              <a:defRPr sz="1800" i="1" u="sng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Sub-Title 1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E977C136-5C67-34C1-350F-35484C09DCA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417327" y="948161"/>
            <a:ext cx="5486400" cy="444500"/>
          </a:xfrm>
        </p:spPr>
        <p:txBody>
          <a:bodyPr/>
          <a:lstStyle>
            <a:lvl1pPr algn="ctr">
              <a:defRPr sz="1800" i="1" u="sng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Sub-Title 2</a:t>
            </a:r>
          </a:p>
        </p:txBody>
      </p:sp>
    </p:spTree>
    <p:extLst>
      <p:ext uri="{BB962C8B-B14F-4D97-AF65-F5344CB8AC3E}">
        <p14:creationId xmlns:p14="http://schemas.microsoft.com/office/powerpoint/2010/main" val="2830229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5105438" y="6407150"/>
            <a:ext cx="5614628" cy="450850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800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8124989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848101"/>
            <a:ext cx="5638800" cy="1695849"/>
          </a:xfrm>
        </p:spPr>
        <p:txBody>
          <a:bodyPr>
            <a:spAutoFit/>
          </a:bodyPr>
          <a:lstStyle>
            <a:lvl1pPr>
              <a:defRPr sz="5800" kern="100" spc="-2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79995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0" y="0"/>
            <a:ext cx="12192000" cy="6858000"/>
            <a:chOff x="0" y="0"/>
            <a:chExt cx="9144000" cy="6858000"/>
          </a:xfrm>
        </p:grpSpPr>
        <p:cxnSp>
          <p:nvCxnSpPr>
            <p:cNvPr id="49" name="Straight Connector 48"/>
            <p:cNvCxnSpPr/>
            <p:nvPr/>
          </p:nvCxnSpPr>
          <p:spPr>
            <a:xfrm>
              <a:off x="457200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>
              <a:off x="8686800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/>
            <p:nvPr/>
          </p:nvCxnSpPr>
          <p:spPr>
            <a:xfrm>
              <a:off x="1113726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/>
            <p:cNvCxnSpPr/>
            <p:nvPr/>
          </p:nvCxnSpPr>
          <p:spPr>
            <a:xfrm>
              <a:off x="1300622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/>
            <p:nvPr/>
          </p:nvCxnSpPr>
          <p:spPr>
            <a:xfrm>
              <a:off x="1954396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/>
            <p:nvPr/>
          </p:nvCxnSpPr>
          <p:spPr>
            <a:xfrm>
              <a:off x="2143050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/>
          </p:nvCxnSpPr>
          <p:spPr>
            <a:xfrm>
              <a:off x="2796824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/>
            <p:nvPr/>
          </p:nvCxnSpPr>
          <p:spPr>
            <a:xfrm>
              <a:off x="2990753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>
            <a:xfrm>
              <a:off x="3639252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/>
          </p:nvCxnSpPr>
          <p:spPr>
            <a:xfrm>
              <a:off x="3829078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/>
            <p:nvPr/>
          </p:nvCxnSpPr>
          <p:spPr>
            <a:xfrm>
              <a:off x="4478749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/>
            <p:nvPr/>
          </p:nvCxnSpPr>
          <p:spPr>
            <a:xfrm>
              <a:off x="4670334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>
            <a:xfrm>
              <a:off x="5324108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>
              <a:off x="5512762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>
            <a:xfrm>
              <a:off x="6166536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>
            <a:xfrm>
              <a:off x="6355190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>
              <a:off x="7008964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/>
          </p:nvCxnSpPr>
          <p:spPr>
            <a:xfrm>
              <a:off x="7197618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>
            <a:xfrm>
              <a:off x="7851392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>
            <a:xfrm>
              <a:off x="8040049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>
              <a:off x="0" y="457200"/>
              <a:ext cx="9144000" cy="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/>
          </p:nvCxnSpPr>
          <p:spPr>
            <a:xfrm>
              <a:off x="0" y="685800"/>
              <a:ext cx="9144000" cy="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>
            <a:xfrm>
              <a:off x="0" y="6178550"/>
              <a:ext cx="9144000" cy="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>
              <a:off x="0" y="6407150"/>
              <a:ext cx="9144000" cy="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/>
            <p:nvPr/>
          </p:nvCxnSpPr>
          <p:spPr>
            <a:xfrm flipH="1">
              <a:off x="0" y="3429000"/>
              <a:ext cx="9144000" cy="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512875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09600" y="3877056"/>
            <a:ext cx="5644896" cy="2542032"/>
          </a:xfrm>
        </p:spPr>
        <p:txBody>
          <a:bodyPr/>
          <a:lstStyle>
            <a:lvl1pPr>
              <a:lnSpc>
                <a:spcPct val="90000"/>
              </a:lnSpc>
              <a:defRPr sz="5800" kern="100" cap="none" spc="-2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Add </a:t>
            </a:r>
            <a:r>
              <a:rPr lang="en-US" err="1"/>
              <a:t>Slidedoc</a:t>
            </a:r>
            <a:r>
              <a:rPr lang="en-US"/>
              <a:t> Title</a:t>
            </a:r>
          </a:p>
        </p:txBody>
      </p:sp>
    </p:spTree>
    <p:extLst>
      <p:ext uri="{BB962C8B-B14F-4D97-AF65-F5344CB8AC3E}">
        <p14:creationId xmlns:p14="http://schemas.microsoft.com/office/powerpoint/2010/main" val="15014513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50D70-5389-0D9D-1B6E-511EDB3698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15EB97-8E56-ECE4-C813-9A088F232F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D9C1DE-BE64-89AF-C6DB-C1359BE8E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1DB69-EE20-3745-8244-FAABCEC6C509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55EAB9-0724-D6DF-3485-EFD97E38B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76D24B-8ED0-F6D2-60F3-786AAD010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F8BE6-AC4A-8940-AAAE-02E57C48E8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917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2378" y="189909"/>
            <a:ext cx="11347245" cy="806115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/>
              <a:t>All Click To Edit Master Title </a:t>
            </a:r>
            <a:br>
              <a:rPr lang="en-US"/>
            </a:br>
            <a:r>
              <a:rPr lang="en-US"/>
              <a:t>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9" y="1196461"/>
            <a:ext cx="5673623" cy="496336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1457366" y="6397716"/>
            <a:ext cx="125034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fld id="{2385CB4A-7E96-44CA-B116-B71B544B697D}" type="slidenum">
              <a:rPr lang="en-US" sz="800" smtClean="0">
                <a:solidFill>
                  <a:schemeClr val="bg2"/>
                </a:solidFill>
              </a:rPr>
              <a:pPr algn="r"/>
              <a:t>‹#›</a:t>
            </a:fld>
            <a:endParaRPr lang="en-US" sz="800">
              <a:solidFill>
                <a:schemeClr val="bg2"/>
              </a:solidFill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11323389" y="6397716"/>
            <a:ext cx="2404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chemeClr val="bg2"/>
                </a:solidFill>
              </a:rPr>
              <a:t>|</a:t>
            </a:r>
          </a:p>
        </p:txBody>
      </p:sp>
    </p:spTree>
    <p:extLst>
      <p:ext uri="{BB962C8B-B14F-4D97-AF65-F5344CB8AC3E}">
        <p14:creationId xmlns:p14="http://schemas.microsoft.com/office/powerpoint/2010/main" val="4118769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5" r:id="rId10"/>
    <p:sldLayoutId id="2147483670" r:id="rId11"/>
    <p:sldLayoutId id="2147483671" r:id="rId12"/>
    <p:sldLayoutId id="2147483672" r:id="rId13"/>
    <p:sldLayoutId id="2147483673" r:id="rId14"/>
    <p:sldLayoutId id="2147483674" r:id="rId15"/>
  </p:sldLayoutIdLs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4400" b="1" kern="1200" spc="-15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​"/>
        <a:defRPr sz="1500" b="0" i="1" kern="1200">
          <a:solidFill>
            <a:schemeClr val="accent1"/>
          </a:solidFill>
          <a:latin typeface="Corbel" panose="020B0503020204020204" pitchFamily="34" charset="0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defRPr sz="1500" i="1" kern="1200">
          <a:solidFill>
            <a:schemeClr val="tx2"/>
          </a:solidFill>
          <a:latin typeface="Corbel" panose="020B0503020204020204" pitchFamily="34" charset="0"/>
          <a:ea typeface="+mn-ea"/>
          <a:cs typeface="+mn-cs"/>
        </a:defRPr>
      </a:lvl2pPr>
      <a:lvl3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​"/>
        <a:defRPr sz="1100" b="1" kern="1200">
          <a:solidFill>
            <a:schemeClr val="accent4"/>
          </a:solidFill>
          <a:latin typeface="Microsoft New Tai Lue" panose="020B0502040204020203" pitchFamily="34" charset="0"/>
          <a:ea typeface="+mn-ea"/>
          <a:cs typeface="Microsoft New Tai Lue" panose="020B0502040204020203" pitchFamily="34" charset="0"/>
        </a:defRPr>
      </a:lvl3pPr>
      <a:lvl4pPr marL="0" indent="0" algn="l" defTabSz="914400" rtl="0" eaLnBrk="1" latinLnBrk="0" hangingPunct="1">
        <a:lnSpc>
          <a:spcPct val="114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​"/>
        <a:defRPr sz="1100" kern="1200">
          <a:solidFill>
            <a:schemeClr val="tx2"/>
          </a:solidFill>
          <a:latin typeface="Microsoft New Tai Lue" panose="020B0502040204020203" pitchFamily="34" charset="0"/>
          <a:ea typeface="+mn-ea"/>
          <a:cs typeface="Microsoft New Tai Lue" panose="020B0502040204020203" pitchFamily="34" charset="0"/>
        </a:defRPr>
      </a:lvl4pPr>
      <a:lvl5pPr marL="171450" indent="-171450" algn="l" defTabSz="914400" rtl="0" eaLnBrk="1" latinLnBrk="0" hangingPunct="1">
        <a:lnSpc>
          <a:spcPct val="95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100" kern="1200">
          <a:solidFill>
            <a:schemeClr val="tx2"/>
          </a:solidFill>
          <a:latin typeface="Microsoft New Tai Lue" panose="020B0502040204020203" pitchFamily="34" charset="0"/>
          <a:ea typeface="+mn-ea"/>
          <a:cs typeface="Microsoft New Tai Lue" panose="020B0502040204020203" pitchFamily="34" charset="0"/>
        </a:defRPr>
      </a:lvl5pPr>
      <a:lvl6pPr marL="344488" indent="-173038" algn="l" defTabSz="914400" rtl="0" eaLnBrk="1" latinLnBrk="0" hangingPunct="1">
        <a:lnSpc>
          <a:spcPct val="85000"/>
        </a:lnSpc>
        <a:spcBef>
          <a:spcPct val="20000"/>
        </a:spcBef>
        <a:spcAft>
          <a:spcPts val="600"/>
        </a:spcAft>
        <a:buFont typeface="Arial" panose="020B0604020202020204" pitchFamily="34" charset="0"/>
        <a:buChar char="•"/>
        <a:defRPr sz="1100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spcBef>
          <a:spcPts val="600"/>
        </a:spcBef>
        <a:spcAft>
          <a:spcPts val="600"/>
        </a:spcAft>
        <a:buClr>
          <a:schemeClr val="bg2"/>
        </a:buClr>
        <a:buFont typeface="Arial" panose="020B0604020202020204" pitchFamily="34" charset="0"/>
        <a:buChar char="​"/>
        <a:defRPr sz="1500" i="1" kern="1200" baseline="0">
          <a:solidFill>
            <a:schemeClr val="bg2"/>
          </a:solidFill>
          <a:latin typeface="Corbel" panose="020B0503020204020204" pitchFamily="34" charset="0"/>
          <a:ea typeface="+mn-ea"/>
          <a:cs typeface="+mn-cs"/>
        </a:defRPr>
      </a:lvl7pPr>
      <a:lvl8pPr marL="171450" indent="-171450" algn="l" defTabSz="914400" rtl="0" eaLnBrk="1" latinLnBrk="0" hangingPunct="1"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100" kern="1200">
          <a:solidFill>
            <a:schemeClr val="bg2"/>
          </a:solidFill>
          <a:latin typeface="Corbel" panose="020B0503020204020204" pitchFamily="34" charset="0"/>
          <a:ea typeface="+mn-ea"/>
          <a:cs typeface="+mn-cs"/>
        </a:defRPr>
      </a:lvl8pPr>
      <a:lvl9pPr marL="344488" indent="-173038" algn="l" defTabSz="914400" rtl="0" eaLnBrk="1" latinLnBrk="0" hangingPunct="1">
        <a:spcBef>
          <a:spcPct val="20000"/>
        </a:spcBef>
        <a:spcAft>
          <a:spcPts val="600"/>
        </a:spcAft>
        <a:buFont typeface="Arial" panose="020B0604020202020204" pitchFamily="34" charset="0"/>
        <a:buChar char="•"/>
        <a:defRPr sz="1100" kern="1200">
          <a:solidFill>
            <a:schemeClr val="bg2"/>
          </a:solidFill>
          <a:latin typeface="Corbel" panose="020B0503020204020204" pitchFamily="34" charset="0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theme/theme1.xml><?xml version="1.0" encoding="utf-8"?>
<a:theme xmlns:a="http://schemas.openxmlformats.org/drawingml/2006/main" name="PhD Theme">
  <a:themeElements>
    <a:clrScheme name="Custom 3">
      <a:dk1>
        <a:srgbClr val="000000"/>
      </a:dk1>
      <a:lt1>
        <a:srgbClr val="FFFFFF"/>
      </a:lt1>
      <a:dk2>
        <a:srgbClr val="0D0034"/>
      </a:dk2>
      <a:lt2>
        <a:srgbClr val="3CB3C0"/>
      </a:lt2>
      <a:accent1>
        <a:srgbClr val="024064"/>
      </a:accent1>
      <a:accent2>
        <a:srgbClr val="38A85E"/>
      </a:accent2>
      <a:accent3>
        <a:srgbClr val="FED766"/>
      </a:accent3>
      <a:accent4>
        <a:srgbClr val="FF6C2C"/>
      </a:accent4>
      <a:accent5>
        <a:srgbClr val="5E5E5E"/>
      </a:accent5>
      <a:accent6>
        <a:srgbClr val="3CB3C0"/>
      </a:accent6>
      <a:hlink>
        <a:srgbClr val="3CB3C0"/>
      </a:hlink>
      <a:folHlink>
        <a:srgbClr val="FEFFFF"/>
      </a:folHlink>
    </a:clrScheme>
    <a:fontScheme name="Modern Swiss">
      <a:majorFont>
        <a:latin typeface="Arial"/>
        <a:ea typeface=""/>
        <a:cs typeface=""/>
      </a:majorFont>
      <a:minorFont>
        <a:latin typeface="Microsoft New Tai L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  <a:effectLst>
          <a:outerShdw dist="38100" dir="5400000" algn="t" rotWithShape="0">
            <a:schemeClr val="bg2">
              <a:alpha val="20000"/>
            </a:schemeClr>
          </a:outerShdw>
        </a:effectLst>
      </a:spPr>
      <a:bodyPr rtlCol="0" anchor="ctr"/>
      <a:lstStyle>
        <a:defPPr algn="ctr">
          <a:lnSpc>
            <a:spcPct val="95000"/>
          </a:lnSpc>
          <a:defRPr b="1" dirty="0" smtClean="0">
            <a:solidFill>
              <a:schemeClr val="tx2"/>
            </a:solidFill>
            <a:latin typeface="+mj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hD Theme" id="{5A98FAA6-1DCB-BD4C-AAD3-9A3DA79A3930}" vid="{19A5F929-E5D6-E348-A688-44E53357008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bd379c7-a046-468a-ac02-35a50527bb59" xsi:nil="true"/>
    <lcf76f155ced4ddcb4097134ff3c332f xmlns="a5cf5c10-4b56-469a-b215-67fd497e3225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7989FD443177040949F8610A1EFF290" ma:contentTypeVersion="15" ma:contentTypeDescription="Create a new document." ma:contentTypeScope="" ma:versionID="c8bc3e98f581c4923906b371ca529659">
  <xsd:schema xmlns:xsd="http://www.w3.org/2001/XMLSchema" xmlns:xs="http://www.w3.org/2001/XMLSchema" xmlns:p="http://schemas.microsoft.com/office/2006/metadata/properties" xmlns:ns2="a5cf5c10-4b56-469a-b215-67fd497e3225" xmlns:ns3="8bd379c7-a046-468a-ac02-35a50527bb59" targetNamespace="http://schemas.microsoft.com/office/2006/metadata/properties" ma:root="true" ma:fieldsID="275eeb72fe47d6c3b860ea089255075c" ns2:_="" ns3:_="">
    <xsd:import namespace="a5cf5c10-4b56-469a-b215-67fd497e3225"/>
    <xsd:import namespace="8bd379c7-a046-468a-ac02-35a50527bb5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cf5c10-4b56-469a-b215-67fd497e322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30fdde71-3d84-4f2a-8a39-a81d5da30a6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bd379c7-a046-468a-ac02-35a50527bb5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ae4a54dd-dca6-4ead-9665-59acfb9c4426}" ma:internalName="TaxCatchAll" ma:showField="CatchAllData" ma:web="8bd379c7-a046-468a-ac02-35a50527bb5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FC8DEB0-C2A7-4623-AA2B-13FE6D23AF63}">
  <ds:schemaRefs>
    <ds:schemaRef ds:uri="http://schemas.microsoft.com/office/infopath/2007/PartnerControls"/>
    <ds:schemaRef ds:uri="http://purl.org/dc/terms/"/>
    <ds:schemaRef ds:uri="http://www.w3.org/XML/1998/namespace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purl.org/dc/dcmitype/"/>
    <ds:schemaRef ds:uri="http://schemas.openxmlformats.org/package/2006/metadata/core-properties"/>
    <ds:schemaRef ds:uri="8bd379c7-a046-468a-ac02-35a50527bb59"/>
    <ds:schemaRef ds:uri="a5cf5c10-4b56-469a-b215-67fd497e3225"/>
  </ds:schemaRefs>
</ds:datastoreItem>
</file>

<file path=customXml/itemProps2.xml><?xml version="1.0" encoding="utf-8"?>
<ds:datastoreItem xmlns:ds="http://schemas.openxmlformats.org/officeDocument/2006/customXml" ds:itemID="{1E723019-CBFD-42A3-B116-B85C32F0797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5cf5c10-4b56-469a-b215-67fd497e3225"/>
    <ds:schemaRef ds:uri="8bd379c7-a046-468a-ac02-35a50527bb5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8C49CE7-BEFC-4D5B-A853-65ACB276DA0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PhD Theme</Template>
  <TotalTime>352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Aptos</vt:lpstr>
      <vt:lpstr>Arial</vt:lpstr>
      <vt:lpstr>Corbel</vt:lpstr>
      <vt:lpstr>Microsoft New Tai Lue</vt:lpstr>
      <vt:lpstr>PhD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Helen Scott</dc:creator>
  <cp:lastModifiedBy>Helen Scott</cp:lastModifiedBy>
  <cp:revision>9</cp:revision>
  <dcterms:created xsi:type="dcterms:W3CDTF">2025-11-13T16:32:45Z</dcterms:created>
  <dcterms:modified xsi:type="dcterms:W3CDTF">2025-11-17T19:45:15Z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0x01010097989FD443177040949F8610A1EFF290</vt:lpwstr>
  </property>
</Properties>
</file>