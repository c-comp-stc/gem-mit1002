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2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/>
    <p:restoredTop sz="94659"/>
  </p:normalViewPr>
  <p:slideViewPr>
    <p:cSldViewPr snapToGrid="0">
      <p:cViewPr>
        <p:scale>
          <a:sx n="136" d="100"/>
          <a:sy n="136" d="100"/>
        </p:scale>
        <p:origin x="32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D861DE-63BC-B99A-58E7-E1EB091D8D52}"/>
              </a:ext>
            </a:extLst>
          </p:cNvPr>
          <p:cNvSpPr txBox="1"/>
          <p:nvPr/>
        </p:nvSpPr>
        <p:spPr>
          <a:xfrm>
            <a:off x="117661" y="353091"/>
            <a:ext cx="74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F7990D-341F-7995-7AB5-8D3FBBA6E304}"/>
              </a:ext>
            </a:extLst>
          </p:cNvPr>
          <p:cNvSpPr txBox="1"/>
          <p:nvPr/>
        </p:nvSpPr>
        <p:spPr>
          <a:xfrm>
            <a:off x="394646" y="886446"/>
            <a:ext cx="101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Develop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78EE6-0B74-2834-B59E-688FF66D2271}"/>
              </a:ext>
            </a:extLst>
          </p:cNvPr>
          <p:cNvSpPr txBox="1"/>
          <p:nvPr/>
        </p:nvSpPr>
        <p:spPr>
          <a:xfrm>
            <a:off x="849807" y="1419799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Feature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8E47AA-6244-3E48-65FE-4ADEB13B2883}"/>
              </a:ext>
            </a:extLst>
          </p:cNvPr>
          <p:cNvCxnSpPr>
            <a:cxnSpLocks/>
            <a:stCxn id="3" idx="6"/>
            <a:endCxn id="19" idx="2"/>
          </p:cNvCxnSpPr>
          <p:nvPr/>
        </p:nvCxnSpPr>
        <p:spPr>
          <a:xfrm>
            <a:off x="1134838" y="537757"/>
            <a:ext cx="603398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A58A4-8E2D-D778-70D8-D2F8E28204A8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1782482" y="1071111"/>
            <a:ext cx="1657233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8F803F-E614-5882-CB3B-0212A613417A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2309476" y="1604465"/>
            <a:ext cx="24127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85F32D-43F5-6359-1ED0-5B16FDE9AE6C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2741239" y="1604465"/>
            <a:ext cx="24127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5C635621-42FA-11A7-6284-5DA1E12391C2}"/>
              </a:ext>
            </a:extLst>
          </p:cNvPr>
          <p:cNvCxnSpPr>
            <a:stCxn id="3" idx="6"/>
            <a:endCxn id="4" idx="2"/>
          </p:cNvCxnSpPr>
          <p:nvPr/>
        </p:nvCxnSpPr>
        <p:spPr>
          <a:xfrm>
            <a:off x="1134838" y="537757"/>
            <a:ext cx="457161" cy="533354"/>
          </a:xfrm>
          <a:prstGeom prst="curvedConnector3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9ED34767-1DCF-CCB0-8615-461E8FF9F9B2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782482" y="1071111"/>
            <a:ext cx="336511" cy="533354"/>
          </a:xfrm>
          <a:prstGeom prst="curvedConnector3">
            <a:avLst>
              <a:gd name="adj1" fmla="val 50000"/>
            </a:avLst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0529A19-C776-AB75-3320-51E641B17930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173003" y="1071111"/>
            <a:ext cx="266713" cy="533354"/>
          </a:xfrm>
          <a:prstGeom prst="curvedConnector3">
            <a:avLst>
              <a:gd name="adj1" fmla="val 50000"/>
            </a:avLst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B1AB78-71B9-79B4-7819-7FD7FC57EEF6}"/>
              </a:ext>
            </a:extLst>
          </p:cNvPr>
          <p:cNvCxnSpPr>
            <a:cxnSpLocks/>
            <a:stCxn id="20" idx="6"/>
            <a:endCxn id="24" idx="2"/>
          </p:cNvCxnSpPr>
          <p:nvPr/>
        </p:nvCxnSpPr>
        <p:spPr>
          <a:xfrm>
            <a:off x="4894718" y="1071111"/>
            <a:ext cx="1657233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E5A55F-3060-4F8F-FA6C-2317ACD75835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5421713" y="1604465"/>
            <a:ext cx="24127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413FE6-3496-4CED-CDBD-20A0BE38D25A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5853476" y="1604465"/>
            <a:ext cx="24127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428D6723-EB13-E12D-622B-DAB8477FBE74}"/>
              </a:ext>
            </a:extLst>
          </p:cNvPr>
          <p:cNvCxnSpPr>
            <a:cxnSpLocks/>
            <a:stCxn id="24" idx="6"/>
            <a:endCxn id="19" idx="2"/>
          </p:cNvCxnSpPr>
          <p:nvPr/>
        </p:nvCxnSpPr>
        <p:spPr>
          <a:xfrm flipV="1">
            <a:off x="6742436" y="537757"/>
            <a:ext cx="426391" cy="533354"/>
          </a:xfrm>
          <a:prstGeom prst="curvedConnector3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818E41D2-1DC5-6209-777C-0C7FDE3A0B83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4894718" y="1071111"/>
            <a:ext cx="336511" cy="533354"/>
          </a:xfrm>
          <a:prstGeom prst="curvedConnector3">
            <a:avLst>
              <a:gd name="adj1" fmla="val 50000"/>
            </a:avLst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C2A08490-F308-37BE-3D49-FAFEC9E79C9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6285239" y="1071111"/>
            <a:ext cx="266713" cy="533354"/>
          </a:xfrm>
          <a:prstGeom prst="curvedConnector3">
            <a:avLst>
              <a:gd name="adj1" fmla="val 50000"/>
            </a:avLst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ABCE6D5-5F67-3E4F-3EB0-7174745F2A74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3630199" y="1071111"/>
            <a:ext cx="1074035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A04CAF-A4CE-BE4E-8A93-17C19F7816AA}"/>
              </a:ext>
            </a:extLst>
          </p:cNvPr>
          <p:cNvSpPr txBox="1"/>
          <p:nvPr/>
        </p:nvSpPr>
        <p:spPr>
          <a:xfrm>
            <a:off x="2069239" y="1755424"/>
            <a:ext cx="1153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Add co2+ transport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0DAD84-6EF9-8F35-BFFF-837EFCF11113}"/>
              </a:ext>
            </a:extLst>
          </p:cNvPr>
          <p:cNvSpPr txBox="1"/>
          <p:nvPr/>
        </p:nvSpPr>
        <p:spPr>
          <a:xfrm>
            <a:off x="6860186" y="67220"/>
            <a:ext cx="807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v2.0.0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66130C-1D9D-315F-AC7E-DD1A56DA1995}"/>
              </a:ext>
            </a:extLst>
          </p:cNvPr>
          <p:cNvSpPr txBox="1"/>
          <p:nvPr/>
        </p:nvSpPr>
        <p:spPr>
          <a:xfrm>
            <a:off x="635713" y="69463"/>
            <a:ext cx="807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v1.0.0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C95032-2525-8E2E-BCAB-3285C97B3903}"/>
              </a:ext>
            </a:extLst>
          </p:cNvPr>
          <p:cNvSpPr txBox="1"/>
          <p:nvPr/>
        </p:nvSpPr>
        <p:spPr>
          <a:xfrm>
            <a:off x="4935952" y="1755424"/>
            <a:ext cx="1644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Add pyrimidine synthesis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3186FB-FDA5-6BD0-307B-94BD8160B8F4}"/>
              </a:ext>
            </a:extLst>
          </p:cNvPr>
          <p:cNvSpPr/>
          <p:nvPr/>
        </p:nvSpPr>
        <p:spPr>
          <a:xfrm>
            <a:off x="944354" y="442515"/>
            <a:ext cx="190484" cy="190484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FBFBB3-9EB3-349B-1A00-A3BE7D6DFD08}"/>
              </a:ext>
            </a:extLst>
          </p:cNvPr>
          <p:cNvSpPr/>
          <p:nvPr/>
        </p:nvSpPr>
        <p:spPr>
          <a:xfrm>
            <a:off x="1591998" y="975869"/>
            <a:ext cx="190484" cy="190484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29FCC1-620A-BF81-BB90-F5F2D730DB64}"/>
              </a:ext>
            </a:extLst>
          </p:cNvPr>
          <p:cNvSpPr/>
          <p:nvPr/>
        </p:nvSpPr>
        <p:spPr>
          <a:xfrm>
            <a:off x="2118993" y="1509224"/>
            <a:ext cx="190484" cy="19048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A3A5B8-B676-AE6B-C556-7ACC4DEC88DE}"/>
              </a:ext>
            </a:extLst>
          </p:cNvPr>
          <p:cNvSpPr/>
          <p:nvPr/>
        </p:nvSpPr>
        <p:spPr>
          <a:xfrm>
            <a:off x="2550756" y="1509224"/>
            <a:ext cx="190484" cy="19048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90A2A8-7F7D-398B-2698-396A339B3EDA}"/>
              </a:ext>
            </a:extLst>
          </p:cNvPr>
          <p:cNvSpPr/>
          <p:nvPr/>
        </p:nvSpPr>
        <p:spPr>
          <a:xfrm>
            <a:off x="2982519" y="1509224"/>
            <a:ext cx="190484" cy="19048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78FF2B-3A8E-68B0-FDB7-9F5AED01A85B}"/>
              </a:ext>
            </a:extLst>
          </p:cNvPr>
          <p:cNvSpPr/>
          <p:nvPr/>
        </p:nvSpPr>
        <p:spPr>
          <a:xfrm>
            <a:off x="3439716" y="975869"/>
            <a:ext cx="190484" cy="190484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B0635B-B598-12AB-F78A-13583EEEBF61}"/>
              </a:ext>
            </a:extLst>
          </p:cNvPr>
          <p:cNvSpPr/>
          <p:nvPr/>
        </p:nvSpPr>
        <p:spPr>
          <a:xfrm>
            <a:off x="7168827" y="442515"/>
            <a:ext cx="190484" cy="190484"/>
          </a:xfrm>
          <a:prstGeom prst="ellipse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AB5AA7-07E2-10AC-6E73-631830553D4F}"/>
              </a:ext>
            </a:extLst>
          </p:cNvPr>
          <p:cNvSpPr/>
          <p:nvPr/>
        </p:nvSpPr>
        <p:spPr>
          <a:xfrm>
            <a:off x="4704235" y="975869"/>
            <a:ext cx="190484" cy="190484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963B28E-CDD0-88D5-D47E-CC2D110C0C81}"/>
              </a:ext>
            </a:extLst>
          </p:cNvPr>
          <p:cNvSpPr/>
          <p:nvPr/>
        </p:nvSpPr>
        <p:spPr>
          <a:xfrm>
            <a:off x="5231229" y="1509224"/>
            <a:ext cx="190484" cy="19048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3FD074-A43F-915F-0E2A-F795137AB13D}"/>
              </a:ext>
            </a:extLst>
          </p:cNvPr>
          <p:cNvSpPr/>
          <p:nvPr/>
        </p:nvSpPr>
        <p:spPr>
          <a:xfrm>
            <a:off x="5662992" y="1509224"/>
            <a:ext cx="190484" cy="19048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A43E6F-8721-2431-5D8B-ABE6371ADAAD}"/>
              </a:ext>
            </a:extLst>
          </p:cNvPr>
          <p:cNvSpPr/>
          <p:nvPr/>
        </p:nvSpPr>
        <p:spPr>
          <a:xfrm>
            <a:off x="6094755" y="1509224"/>
            <a:ext cx="190484" cy="190484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47D64F7-A352-070C-5826-6A4C483D2C54}"/>
              </a:ext>
            </a:extLst>
          </p:cNvPr>
          <p:cNvSpPr/>
          <p:nvPr/>
        </p:nvSpPr>
        <p:spPr>
          <a:xfrm>
            <a:off x="6551952" y="975869"/>
            <a:ext cx="190484" cy="190484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642770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178</TotalTime>
  <Words>13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Corbel</vt:lpstr>
      <vt:lpstr>Microsoft New Tai Lue</vt:lpstr>
      <vt:lpstr>Source Sans Pro</vt:lpstr>
      <vt:lpstr>PhD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11</cp:revision>
  <dcterms:created xsi:type="dcterms:W3CDTF">2026-09-16T14:17:37Z</dcterms:created>
  <dcterms:modified xsi:type="dcterms:W3CDTF">2026-09-18T19:56:57Z</dcterms:modified>
</cp:coreProperties>
</file>