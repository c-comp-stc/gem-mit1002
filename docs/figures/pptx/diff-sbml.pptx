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3"/>
  </p:notesMasterIdLst>
  <p:sldIdLst>
    <p:sldId id="282" r:id="rId2"/>
  </p:sldIdLst>
  <p:sldSz cx="7772400" cy="100584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5565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385"/>
    <p:restoredTop sz="94659"/>
  </p:normalViewPr>
  <p:slideViewPr>
    <p:cSldViewPr snapToGrid="0">
      <p:cViewPr varScale="1">
        <p:scale>
          <a:sx n="97" d="100"/>
          <a:sy n="97" d="100"/>
        </p:scale>
        <p:origin x="4368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0F1E524-6E79-CF4B-9E85-0A88F03DEB7C}" type="datetimeFigureOut">
              <a:rPr lang="en-US" smtClean="0"/>
              <a:t>9/18/26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36788" y="1143000"/>
            <a:ext cx="23844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C233B3-8355-2C4A-9930-127678E91B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43350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D44131-5ABB-A944-8E26-DE05003D168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0599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88620" y="526424"/>
            <a:ext cx="4136872" cy="4022024"/>
          </a:xfrm>
        </p:spPr>
        <p:txBody>
          <a:bodyPr/>
          <a:lstStyle>
            <a:lvl1pPr>
              <a:lnSpc>
                <a:spcPct val="90000"/>
              </a:lnSpc>
              <a:defRPr sz="9680" kern="100" cap="all" spc="-293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add </a:t>
            </a:r>
            <a:r>
              <a:rPr lang="en-US" err="1"/>
              <a:t>slidedoc</a:t>
            </a:r>
            <a:r>
              <a:rPr lang="en-US"/>
              <a:t> title</a:t>
            </a:r>
          </a:p>
        </p:txBody>
      </p:sp>
      <p:sp>
        <p:nvSpPr>
          <p:cNvPr id="60" name="Text Placeholder 59"/>
          <p:cNvSpPr>
            <a:spLocks noGrp="1"/>
          </p:cNvSpPr>
          <p:nvPr>
            <p:ph type="body" sz="quarter" idx="10"/>
          </p:nvPr>
        </p:nvSpPr>
        <p:spPr>
          <a:xfrm>
            <a:off x="388621" y="5128533"/>
            <a:ext cx="1272461" cy="3684977"/>
          </a:xfrm>
        </p:spPr>
        <p:txBody>
          <a:bodyPr anchor="b"/>
          <a:lstStyle>
            <a:lvl1pPr>
              <a:lnSpc>
                <a:spcPct val="100000"/>
              </a:lnSpc>
              <a:defRPr sz="1907">
                <a:solidFill>
                  <a:schemeClr val="tx2"/>
                </a:solidFill>
              </a:defRPr>
            </a:lvl1pPr>
            <a:lvl2pPr>
              <a:defRPr b="1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62" name="Straight Connector 61"/>
          <p:cNvCxnSpPr/>
          <p:nvPr/>
        </p:nvCxnSpPr>
        <p:spPr>
          <a:xfrm>
            <a:off x="388621" y="9061873"/>
            <a:ext cx="1272616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 Placeholder 59"/>
          <p:cNvSpPr>
            <a:spLocks noGrp="1"/>
          </p:cNvSpPr>
          <p:nvPr>
            <p:ph type="body" sz="quarter" idx="11"/>
          </p:nvPr>
        </p:nvSpPr>
        <p:spPr>
          <a:xfrm>
            <a:off x="4682943" y="7599679"/>
            <a:ext cx="1272461" cy="1499448"/>
          </a:xfrm>
        </p:spPr>
        <p:txBody>
          <a:bodyPr anchor="b"/>
          <a:lstStyle>
            <a:lvl1pPr algn="r">
              <a:lnSpc>
                <a:spcPct val="100000"/>
              </a:lnSpc>
              <a:defRPr sz="1907" b="1">
                <a:solidFill>
                  <a:schemeClr val="bg1"/>
                </a:solidFill>
              </a:defRPr>
            </a:lvl1pPr>
            <a:lvl2pPr>
              <a:defRPr b="1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4" name="Text Placeholder 59"/>
          <p:cNvSpPr>
            <a:spLocks noGrp="1"/>
          </p:cNvSpPr>
          <p:nvPr>
            <p:ph type="body" sz="quarter" idx="12"/>
          </p:nvPr>
        </p:nvSpPr>
        <p:spPr>
          <a:xfrm>
            <a:off x="6111320" y="7599679"/>
            <a:ext cx="1272461" cy="1499448"/>
          </a:xfrm>
        </p:spPr>
        <p:txBody>
          <a:bodyPr anchor="b"/>
          <a:lstStyle>
            <a:lvl1pPr algn="r">
              <a:lnSpc>
                <a:spcPct val="100000"/>
              </a:lnSpc>
              <a:defRPr sz="1907" b="1">
                <a:solidFill>
                  <a:schemeClr val="bg1"/>
                </a:solidFill>
              </a:defRPr>
            </a:lvl1pPr>
            <a:lvl2pPr>
              <a:defRPr b="1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702192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ble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8620" y="1005840"/>
            <a:ext cx="2704744" cy="180110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4" name="Text Placeholder 33"/>
          <p:cNvSpPr>
            <a:spLocks noGrp="1"/>
          </p:cNvSpPr>
          <p:nvPr>
            <p:ph type="body" sz="quarter" idx="10" hasCustomPrompt="1"/>
          </p:nvPr>
        </p:nvSpPr>
        <p:spPr>
          <a:xfrm>
            <a:off x="388621" y="3402478"/>
            <a:ext cx="1272461" cy="1589475"/>
          </a:xfrm>
        </p:spPr>
        <p:txBody>
          <a:bodyPr/>
          <a:lstStyle>
            <a:lvl1pPr>
              <a:buNone/>
              <a:defRPr sz="9680" b="1" i="0" spc="-440">
                <a:solidFill>
                  <a:schemeClr val="accent5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251466" indent="0">
              <a:buNone/>
              <a:defRPr/>
            </a:lvl5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37" name="Text Placeholder 36"/>
          <p:cNvSpPr>
            <a:spLocks noGrp="1"/>
          </p:cNvSpPr>
          <p:nvPr>
            <p:ph type="body" sz="quarter" idx="11"/>
          </p:nvPr>
        </p:nvSpPr>
        <p:spPr>
          <a:xfrm>
            <a:off x="3254692" y="1005840"/>
            <a:ext cx="4129088" cy="180110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33"/>
          <p:cNvSpPr>
            <a:spLocks noGrp="1"/>
          </p:cNvSpPr>
          <p:nvPr>
            <p:ph type="body" sz="quarter" idx="12" hasCustomPrompt="1"/>
          </p:nvPr>
        </p:nvSpPr>
        <p:spPr>
          <a:xfrm>
            <a:off x="1819296" y="3402478"/>
            <a:ext cx="1272461" cy="1589475"/>
          </a:xfrm>
        </p:spPr>
        <p:txBody>
          <a:bodyPr/>
          <a:lstStyle>
            <a:lvl1pPr>
              <a:buNone/>
              <a:defRPr sz="9680" b="1" i="0" spc="-440">
                <a:solidFill>
                  <a:schemeClr val="accent5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251466" indent="0">
              <a:buNone/>
              <a:defRPr/>
            </a:lvl5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40" name="Text Placeholder 33"/>
          <p:cNvSpPr>
            <a:spLocks noGrp="1"/>
          </p:cNvSpPr>
          <p:nvPr>
            <p:ph type="body" sz="quarter" idx="13" hasCustomPrompt="1"/>
          </p:nvPr>
        </p:nvSpPr>
        <p:spPr>
          <a:xfrm>
            <a:off x="3249971" y="3402478"/>
            <a:ext cx="1272461" cy="1589475"/>
          </a:xfrm>
        </p:spPr>
        <p:txBody>
          <a:bodyPr/>
          <a:lstStyle>
            <a:lvl1pPr>
              <a:buNone/>
              <a:defRPr sz="9680" b="1" i="0" spc="-440">
                <a:solidFill>
                  <a:schemeClr val="accent5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251466" indent="0">
              <a:buNone/>
              <a:defRPr/>
            </a:lvl5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42" name="Text Placeholder 33"/>
          <p:cNvSpPr>
            <a:spLocks noGrp="1"/>
          </p:cNvSpPr>
          <p:nvPr>
            <p:ph type="body" sz="quarter" idx="14" hasCustomPrompt="1"/>
          </p:nvPr>
        </p:nvSpPr>
        <p:spPr>
          <a:xfrm>
            <a:off x="4680646" y="3402478"/>
            <a:ext cx="1272461" cy="1589475"/>
          </a:xfrm>
        </p:spPr>
        <p:txBody>
          <a:bodyPr/>
          <a:lstStyle>
            <a:lvl1pPr>
              <a:buNone/>
              <a:defRPr sz="9680" b="1" i="0" spc="-440">
                <a:solidFill>
                  <a:schemeClr val="accent5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251466" indent="0">
              <a:buNone/>
              <a:defRPr/>
            </a:lvl5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44" name="Text Placeholder 33"/>
          <p:cNvSpPr>
            <a:spLocks noGrp="1"/>
          </p:cNvSpPr>
          <p:nvPr>
            <p:ph type="body" sz="quarter" idx="15" hasCustomPrompt="1"/>
          </p:nvPr>
        </p:nvSpPr>
        <p:spPr>
          <a:xfrm>
            <a:off x="6111320" y="3402478"/>
            <a:ext cx="1272461" cy="1589475"/>
          </a:xfrm>
        </p:spPr>
        <p:txBody>
          <a:bodyPr/>
          <a:lstStyle>
            <a:lvl1pPr>
              <a:buNone/>
              <a:defRPr sz="9680" b="1" i="0" spc="-440">
                <a:solidFill>
                  <a:schemeClr val="accent5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251466" indent="0">
              <a:buNone/>
              <a:defRPr/>
            </a:lvl5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25" name="Text Placeholder 33"/>
          <p:cNvSpPr>
            <a:spLocks noGrp="1"/>
          </p:cNvSpPr>
          <p:nvPr>
            <p:ph type="body" sz="quarter" idx="21" hasCustomPrompt="1"/>
          </p:nvPr>
        </p:nvSpPr>
        <p:spPr>
          <a:xfrm>
            <a:off x="388621" y="3267933"/>
            <a:ext cx="1272461" cy="433350"/>
          </a:xfrm>
        </p:spPr>
        <p:txBody>
          <a:bodyPr anchor="b">
            <a:noAutofit/>
          </a:bodyPr>
          <a:lstStyle>
            <a:lvl1pPr>
              <a:buNone/>
              <a:defRPr sz="2347" b="0" i="1" spc="0">
                <a:solidFill>
                  <a:schemeClr val="bg2"/>
                </a:solidFill>
                <a:latin typeface="Corbel" panose="020B05030202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251466" indent="0">
              <a:buNone/>
              <a:defRPr/>
            </a:lvl5pPr>
          </a:lstStyle>
          <a:p>
            <a:pPr lvl="0"/>
            <a:r>
              <a:rPr lang="en-US"/>
              <a:t>Insert</a:t>
            </a:r>
          </a:p>
        </p:txBody>
      </p:sp>
      <p:sp>
        <p:nvSpPr>
          <p:cNvPr id="26" name="Text Placeholder 33"/>
          <p:cNvSpPr>
            <a:spLocks noGrp="1"/>
          </p:cNvSpPr>
          <p:nvPr>
            <p:ph type="body" sz="quarter" idx="22" hasCustomPrompt="1"/>
          </p:nvPr>
        </p:nvSpPr>
        <p:spPr>
          <a:xfrm>
            <a:off x="1819296" y="3267933"/>
            <a:ext cx="1272461" cy="433350"/>
          </a:xfrm>
        </p:spPr>
        <p:txBody>
          <a:bodyPr anchor="b">
            <a:noAutofit/>
          </a:bodyPr>
          <a:lstStyle>
            <a:lvl1pPr>
              <a:buNone/>
              <a:defRPr sz="2347" b="0" i="1" spc="0">
                <a:solidFill>
                  <a:schemeClr val="bg2"/>
                </a:solidFill>
                <a:latin typeface="Corbel" panose="020B05030202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251466" indent="0">
              <a:buNone/>
              <a:defRPr/>
            </a:lvl5pPr>
          </a:lstStyle>
          <a:p>
            <a:pPr lvl="0"/>
            <a:r>
              <a:rPr lang="en-US"/>
              <a:t>Insert</a:t>
            </a:r>
          </a:p>
        </p:txBody>
      </p:sp>
      <p:sp>
        <p:nvSpPr>
          <p:cNvPr id="27" name="Text Placeholder 33"/>
          <p:cNvSpPr>
            <a:spLocks noGrp="1"/>
          </p:cNvSpPr>
          <p:nvPr>
            <p:ph type="body" sz="quarter" idx="23" hasCustomPrompt="1"/>
          </p:nvPr>
        </p:nvSpPr>
        <p:spPr>
          <a:xfrm>
            <a:off x="3249971" y="3267933"/>
            <a:ext cx="1272461" cy="433350"/>
          </a:xfrm>
        </p:spPr>
        <p:txBody>
          <a:bodyPr anchor="b">
            <a:noAutofit/>
          </a:bodyPr>
          <a:lstStyle>
            <a:lvl1pPr>
              <a:buNone/>
              <a:defRPr sz="2347" b="0" i="1" spc="0">
                <a:solidFill>
                  <a:schemeClr val="bg2"/>
                </a:solidFill>
                <a:latin typeface="Corbel" panose="020B05030202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251466" indent="0">
              <a:buNone/>
              <a:defRPr/>
            </a:lvl5pPr>
          </a:lstStyle>
          <a:p>
            <a:pPr lvl="0"/>
            <a:r>
              <a:rPr lang="en-US"/>
              <a:t>Insert</a:t>
            </a:r>
          </a:p>
        </p:txBody>
      </p:sp>
      <p:sp>
        <p:nvSpPr>
          <p:cNvPr id="28" name="Text Placeholder 33"/>
          <p:cNvSpPr>
            <a:spLocks noGrp="1"/>
          </p:cNvSpPr>
          <p:nvPr>
            <p:ph type="body" sz="quarter" idx="24" hasCustomPrompt="1"/>
          </p:nvPr>
        </p:nvSpPr>
        <p:spPr>
          <a:xfrm>
            <a:off x="4680646" y="3267933"/>
            <a:ext cx="1272461" cy="433350"/>
          </a:xfrm>
        </p:spPr>
        <p:txBody>
          <a:bodyPr anchor="b">
            <a:noAutofit/>
          </a:bodyPr>
          <a:lstStyle>
            <a:lvl1pPr>
              <a:buNone/>
              <a:defRPr sz="2347" b="0" i="1" spc="0">
                <a:solidFill>
                  <a:schemeClr val="bg2"/>
                </a:solidFill>
                <a:latin typeface="Corbel" panose="020B05030202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251466" indent="0">
              <a:buNone/>
              <a:defRPr/>
            </a:lvl5pPr>
          </a:lstStyle>
          <a:p>
            <a:pPr lvl="0"/>
            <a:r>
              <a:rPr lang="en-US"/>
              <a:t>Insert</a:t>
            </a:r>
          </a:p>
        </p:txBody>
      </p:sp>
      <p:sp>
        <p:nvSpPr>
          <p:cNvPr id="29" name="Text Placeholder 33"/>
          <p:cNvSpPr>
            <a:spLocks noGrp="1"/>
          </p:cNvSpPr>
          <p:nvPr>
            <p:ph type="body" sz="quarter" idx="25" hasCustomPrompt="1"/>
          </p:nvPr>
        </p:nvSpPr>
        <p:spPr>
          <a:xfrm>
            <a:off x="6111320" y="3267933"/>
            <a:ext cx="1272461" cy="433350"/>
          </a:xfrm>
        </p:spPr>
        <p:txBody>
          <a:bodyPr anchor="b">
            <a:noAutofit/>
          </a:bodyPr>
          <a:lstStyle>
            <a:lvl1pPr>
              <a:buNone/>
              <a:defRPr sz="2347" b="0" i="1" spc="0">
                <a:solidFill>
                  <a:schemeClr val="bg2"/>
                </a:solidFill>
                <a:latin typeface="Corbel" panose="020B05030202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251466" indent="0">
              <a:buNone/>
              <a:defRPr/>
            </a:lvl5pPr>
          </a:lstStyle>
          <a:p>
            <a:pPr lvl="0"/>
            <a:r>
              <a:rPr lang="en-US"/>
              <a:t>Insert</a:t>
            </a:r>
          </a:p>
        </p:txBody>
      </p:sp>
      <p:sp>
        <p:nvSpPr>
          <p:cNvPr id="71" name="Text Placeholder 33"/>
          <p:cNvSpPr>
            <a:spLocks noGrp="1"/>
          </p:cNvSpPr>
          <p:nvPr>
            <p:ph type="body" sz="quarter" idx="31" hasCustomPrompt="1"/>
          </p:nvPr>
        </p:nvSpPr>
        <p:spPr>
          <a:xfrm>
            <a:off x="388621" y="6494503"/>
            <a:ext cx="1272461" cy="1589475"/>
          </a:xfrm>
        </p:spPr>
        <p:txBody>
          <a:bodyPr/>
          <a:lstStyle>
            <a:lvl1pPr>
              <a:buNone/>
              <a:defRPr sz="9680" b="1" i="0" spc="-440">
                <a:solidFill>
                  <a:schemeClr val="accent5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251466" indent="0">
              <a:buNone/>
              <a:defRPr/>
            </a:lvl5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72" name="Text Placeholder 33"/>
          <p:cNvSpPr>
            <a:spLocks noGrp="1"/>
          </p:cNvSpPr>
          <p:nvPr>
            <p:ph type="body" sz="quarter" idx="32" hasCustomPrompt="1"/>
          </p:nvPr>
        </p:nvSpPr>
        <p:spPr>
          <a:xfrm>
            <a:off x="1819296" y="6494503"/>
            <a:ext cx="1272461" cy="1589475"/>
          </a:xfrm>
        </p:spPr>
        <p:txBody>
          <a:bodyPr/>
          <a:lstStyle>
            <a:lvl1pPr>
              <a:buNone/>
              <a:defRPr sz="9680" b="1" i="0" spc="-440">
                <a:solidFill>
                  <a:schemeClr val="accent5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251466" indent="0">
              <a:buNone/>
              <a:defRPr/>
            </a:lvl5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73" name="Text Placeholder 33"/>
          <p:cNvSpPr>
            <a:spLocks noGrp="1"/>
          </p:cNvSpPr>
          <p:nvPr>
            <p:ph type="body" sz="quarter" idx="33" hasCustomPrompt="1"/>
          </p:nvPr>
        </p:nvSpPr>
        <p:spPr>
          <a:xfrm>
            <a:off x="3249971" y="6494503"/>
            <a:ext cx="1272461" cy="1589475"/>
          </a:xfrm>
        </p:spPr>
        <p:txBody>
          <a:bodyPr/>
          <a:lstStyle>
            <a:lvl1pPr>
              <a:buNone/>
              <a:defRPr sz="9680" b="1" i="0" spc="-440">
                <a:solidFill>
                  <a:schemeClr val="accent5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251466" indent="0">
              <a:buNone/>
              <a:defRPr/>
            </a:lvl5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74" name="Text Placeholder 33"/>
          <p:cNvSpPr>
            <a:spLocks noGrp="1"/>
          </p:cNvSpPr>
          <p:nvPr>
            <p:ph type="body" sz="quarter" idx="34" hasCustomPrompt="1"/>
          </p:nvPr>
        </p:nvSpPr>
        <p:spPr>
          <a:xfrm>
            <a:off x="4680646" y="6494503"/>
            <a:ext cx="1272461" cy="1589475"/>
          </a:xfrm>
        </p:spPr>
        <p:txBody>
          <a:bodyPr/>
          <a:lstStyle>
            <a:lvl1pPr>
              <a:buNone/>
              <a:defRPr sz="9680" b="1" i="0" spc="-440">
                <a:solidFill>
                  <a:schemeClr val="accent5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251466" indent="0">
              <a:buNone/>
              <a:defRPr/>
            </a:lvl5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75" name="Text Placeholder 33"/>
          <p:cNvSpPr>
            <a:spLocks noGrp="1"/>
          </p:cNvSpPr>
          <p:nvPr>
            <p:ph type="body" sz="quarter" idx="35" hasCustomPrompt="1"/>
          </p:nvPr>
        </p:nvSpPr>
        <p:spPr>
          <a:xfrm>
            <a:off x="6111320" y="6494503"/>
            <a:ext cx="1272461" cy="1589475"/>
          </a:xfrm>
        </p:spPr>
        <p:txBody>
          <a:bodyPr/>
          <a:lstStyle>
            <a:lvl1pPr>
              <a:buNone/>
              <a:defRPr sz="9680" b="1" i="0" spc="-440">
                <a:solidFill>
                  <a:schemeClr val="accent5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251466" indent="0">
              <a:buNone/>
              <a:defRPr/>
            </a:lvl5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76" name="Text Placeholder 33"/>
          <p:cNvSpPr>
            <a:spLocks noGrp="1"/>
          </p:cNvSpPr>
          <p:nvPr>
            <p:ph type="body" sz="quarter" idx="36" hasCustomPrompt="1"/>
          </p:nvPr>
        </p:nvSpPr>
        <p:spPr>
          <a:xfrm>
            <a:off x="388621" y="6359958"/>
            <a:ext cx="1272461" cy="433350"/>
          </a:xfrm>
        </p:spPr>
        <p:txBody>
          <a:bodyPr anchor="b">
            <a:noAutofit/>
          </a:bodyPr>
          <a:lstStyle>
            <a:lvl1pPr>
              <a:buNone/>
              <a:defRPr sz="2347" b="0" i="1" spc="0">
                <a:solidFill>
                  <a:schemeClr val="bg2"/>
                </a:solidFill>
                <a:latin typeface="Corbel" panose="020B05030202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251466" indent="0">
              <a:buNone/>
              <a:defRPr/>
            </a:lvl5pPr>
          </a:lstStyle>
          <a:p>
            <a:pPr lvl="0"/>
            <a:r>
              <a:rPr lang="en-US"/>
              <a:t>Insert</a:t>
            </a:r>
          </a:p>
        </p:txBody>
      </p:sp>
      <p:sp>
        <p:nvSpPr>
          <p:cNvPr id="77" name="Text Placeholder 33"/>
          <p:cNvSpPr>
            <a:spLocks noGrp="1"/>
          </p:cNvSpPr>
          <p:nvPr>
            <p:ph type="body" sz="quarter" idx="37" hasCustomPrompt="1"/>
          </p:nvPr>
        </p:nvSpPr>
        <p:spPr>
          <a:xfrm>
            <a:off x="1819296" y="6359958"/>
            <a:ext cx="1272461" cy="433350"/>
          </a:xfrm>
        </p:spPr>
        <p:txBody>
          <a:bodyPr anchor="b">
            <a:noAutofit/>
          </a:bodyPr>
          <a:lstStyle>
            <a:lvl1pPr>
              <a:buNone/>
              <a:defRPr sz="2347" b="0" i="1" spc="0">
                <a:solidFill>
                  <a:schemeClr val="bg2"/>
                </a:solidFill>
                <a:latin typeface="Corbel" panose="020B05030202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251466" indent="0">
              <a:buNone/>
              <a:defRPr/>
            </a:lvl5pPr>
          </a:lstStyle>
          <a:p>
            <a:pPr lvl="0"/>
            <a:r>
              <a:rPr lang="en-US"/>
              <a:t>Insert</a:t>
            </a:r>
          </a:p>
        </p:txBody>
      </p:sp>
      <p:sp>
        <p:nvSpPr>
          <p:cNvPr id="78" name="Text Placeholder 33"/>
          <p:cNvSpPr>
            <a:spLocks noGrp="1"/>
          </p:cNvSpPr>
          <p:nvPr>
            <p:ph type="body" sz="quarter" idx="38" hasCustomPrompt="1"/>
          </p:nvPr>
        </p:nvSpPr>
        <p:spPr>
          <a:xfrm>
            <a:off x="3249971" y="6359958"/>
            <a:ext cx="1272461" cy="433350"/>
          </a:xfrm>
        </p:spPr>
        <p:txBody>
          <a:bodyPr anchor="b">
            <a:noAutofit/>
          </a:bodyPr>
          <a:lstStyle>
            <a:lvl1pPr>
              <a:buNone/>
              <a:defRPr sz="2347" b="0" i="1" spc="0">
                <a:solidFill>
                  <a:schemeClr val="bg2"/>
                </a:solidFill>
                <a:latin typeface="Corbel" panose="020B05030202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251466" indent="0">
              <a:buNone/>
              <a:defRPr/>
            </a:lvl5pPr>
          </a:lstStyle>
          <a:p>
            <a:pPr lvl="0"/>
            <a:r>
              <a:rPr lang="en-US"/>
              <a:t>Insert</a:t>
            </a:r>
          </a:p>
        </p:txBody>
      </p:sp>
      <p:sp>
        <p:nvSpPr>
          <p:cNvPr id="79" name="Text Placeholder 33"/>
          <p:cNvSpPr>
            <a:spLocks noGrp="1"/>
          </p:cNvSpPr>
          <p:nvPr>
            <p:ph type="body" sz="quarter" idx="39" hasCustomPrompt="1"/>
          </p:nvPr>
        </p:nvSpPr>
        <p:spPr>
          <a:xfrm>
            <a:off x="4680646" y="6359958"/>
            <a:ext cx="1272461" cy="433350"/>
          </a:xfrm>
        </p:spPr>
        <p:txBody>
          <a:bodyPr anchor="b">
            <a:noAutofit/>
          </a:bodyPr>
          <a:lstStyle>
            <a:lvl1pPr>
              <a:buNone/>
              <a:defRPr sz="2347" b="0" i="1" spc="0">
                <a:solidFill>
                  <a:schemeClr val="bg2"/>
                </a:solidFill>
                <a:latin typeface="Corbel" panose="020B05030202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251466" indent="0">
              <a:buNone/>
              <a:defRPr/>
            </a:lvl5pPr>
          </a:lstStyle>
          <a:p>
            <a:pPr lvl="0"/>
            <a:r>
              <a:rPr lang="en-US"/>
              <a:t>Insert</a:t>
            </a:r>
          </a:p>
        </p:txBody>
      </p:sp>
      <p:sp>
        <p:nvSpPr>
          <p:cNvPr id="80" name="Text Placeholder 33"/>
          <p:cNvSpPr>
            <a:spLocks noGrp="1"/>
          </p:cNvSpPr>
          <p:nvPr>
            <p:ph type="body" sz="quarter" idx="40" hasCustomPrompt="1"/>
          </p:nvPr>
        </p:nvSpPr>
        <p:spPr>
          <a:xfrm>
            <a:off x="6111320" y="6359958"/>
            <a:ext cx="1272461" cy="433350"/>
          </a:xfrm>
        </p:spPr>
        <p:txBody>
          <a:bodyPr anchor="b">
            <a:noAutofit/>
          </a:bodyPr>
          <a:lstStyle>
            <a:lvl1pPr>
              <a:buNone/>
              <a:defRPr sz="2347" b="0" i="1" spc="0">
                <a:solidFill>
                  <a:schemeClr val="bg2"/>
                </a:solidFill>
                <a:latin typeface="Corbel" panose="020B05030202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251466" indent="0">
              <a:buNone/>
              <a:defRPr/>
            </a:lvl5pPr>
          </a:lstStyle>
          <a:p>
            <a:pPr lvl="0"/>
            <a:r>
              <a:rPr lang="en-US"/>
              <a:t>Insert</a:t>
            </a:r>
          </a:p>
        </p:txBody>
      </p:sp>
    </p:spTree>
    <p:extLst>
      <p:ext uri="{BB962C8B-B14F-4D97-AF65-F5344CB8AC3E}">
        <p14:creationId xmlns:p14="http://schemas.microsoft.com/office/powerpoint/2010/main" val="15690912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254717" y="9397153"/>
            <a:ext cx="3579325" cy="661247"/>
          </a:xfrm>
        </p:spPr>
        <p:txBody>
          <a:bodyPr/>
          <a:lstStyle>
            <a:lvl1pPr>
              <a:lnSpc>
                <a:spcPct val="85000"/>
              </a:lnSpc>
              <a:buFontTx/>
              <a:buNone/>
              <a:defRPr sz="1173" i="0">
                <a:solidFill>
                  <a:schemeClr val="bg2"/>
                </a:solidFill>
                <a:latin typeface="+mn-lt"/>
              </a:defRPr>
            </a:lvl1pPr>
            <a:lvl2pPr>
              <a:lnSpc>
                <a:spcPct val="85000"/>
              </a:lnSpc>
              <a:buFontTx/>
              <a:buNone/>
              <a:defRPr sz="1173">
                <a:solidFill>
                  <a:schemeClr val="bg2"/>
                </a:solidFill>
                <a:latin typeface="+mn-lt"/>
              </a:defRPr>
            </a:lvl2pPr>
            <a:lvl3pPr>
              <a:lnSpc>
                <a:spcPct val="85000"/>
              </a:lnSpc>
              <a:buFontTx/>
              <a:buNone/>
              <a:defRPr sz="1173">
                <a:solidFill>
                  <a:schemeClr val="bg2"/>
                </a:solidFill>
                <a:latin typeface="+mn-lt"/>
              </a:defRPr>
            </a:lvl3pPr>
            <a:lvl4pPr>
              <a:lnSpc>
                <a:spcPct val="85000"/>
              </a:lnSpc>
              <a:buFontTx/>
              <a:buNone/>
              <a:defRPr sz="1173">
                <a:solidFill>
                  <a:schemeClr val="bg2"/>
                </a:solidFill>
                <a:latin typeface="+mn-lt"/>
              </a:defRPr>
            </a:lvl4pPr>
            <a:lvl5pPr marL="0" indent="0">
              <a:lnSpc>
                <a:spcPct val="85000"/>
              </a:lnSpc>
              <a:buFontTx/>
              <a:buNone/>
              <a:defRPr sz="1173">
                <a:solidFill>
                  <a:schemeClr val="bg2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insert attribution</a:t>
            </a:r>
          </a:p>
        </p:txBody>
      </p:sp>
    </p:spTree>
    <p:extLst>
      <p:ext uri="{BB962C8B-B14F-4D97-AF65-F5344CB8AC3E}">
        <p14:creationId xmlns:p14="http://schemas.microsoft.com/office/powerpoint/2010/main" val="7851832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 + hal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idx="13"/>
          </p:nvPr>
        </p:nvSpPr>
        <p:spPr>
          <a:xfrm>
            <a:off x="1106073" y="5029200"/>
            <a:ext cx="1973492" cy="40326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254717" y="9397153"/>
            <a:ext cx="3579325" cy="661247"/>
          </a:xfrm>
        </p:spPr>
        <p:txBody>
          <a:bodyPr/>
          <a:lstStyle>
            <a:lvl1pPr>
              <a:lnSpc>
                <a:spcPct val="85000"/>
              </a:lnSpc>
              <a:buFontTx/>
              <a:buNone/>
              <a:defRPr sz="1173" i="0">
                <a:solidFill>
                  <a:schemeClr val="bg2"/>
                </a:solidFill>
                <a:latin typeface="+mn-lt"/>
              </a:defRPr>
            </a:lvl1pPr>
            <a:lvl2pPr>
              <a:lnSpc>
                <a:spcPct val="85000"/>
              </a:lnSpc>
              <a:buFontTx/>
              <a:buNone/>
              <a:defRPr sz="1173">
                <a:solidFill>
                  <a:schemeClr val="bg2"/>
                </a:solidFill>
                <a:latin typeface="+mn-lt"/>
              </a:defRPr>
            </a:lvl2pPr>
            <a:lvl3pPr>
              <a:lnSpc>
                <a:spcPct val="85000"/>
              </a:lnSpc>
              <a:buFontTx/>
              <a:buNone/>
              <a:defRPr sz="1173">
                <a:solidFill>
                  <a:schemeClr val="bg2"/>
                </a:solidFill>
                <a:latin typeface="+mn-lt"/>
              </a:defRPr>
            </a:lvl3pPr>
            <a:lvl4pPr>
              <a:lnSpc>
                <a:spcPct val="85000"/>
              </a:lnSpc>
              <a:buFontTx/>
              <a:buNone/>
              <a:defRPr sz="1173">
                <a:solidFill>
                  <a:schemeClr val="bg2"/>
                </a:solidFill>
                <a:latin typeface="+mn-lt"/>
              </a:defRPr>
            </a:lvl4pPr>
            <a:lvl5pPr marL="0" indent="0">
              <a:lnSpc>
                <a:spcPct val="85000"/>
              </a:lnSpc>
              <a:buFontTx/>
              <a:buNone/>
              <a:defRPr sz="1173">
                <a:solidFill>
                  <a:schemeClr val="bg2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insert attribution</a:t>
            </a:r>
          </a:p>
        </p:txBody>
      </p:sp>
    </p:spTree>
    <p:extLst>
      <p:ext uri="{BB962C8B-B14F-4D97-AF65-F5344CB8AC3E}">
        <p14:creationId xmlns:p14="http://schemas.microsoft.com/office/powerpoint/2010/main" val="26139854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 Hal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53448" y="5029200"/>
            <a:ext cx="4130333" cy="40326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253448" y="9397153"/>
            <a:ext cx="3580595" cy="661247"/>
          </a:xfrm>
        </p:spPr>
        <p:txBody>
          <a:bodyPr/>
          <a:lstStyle>
            <a:lvl1pPr>
              <a:lnSpc>
                <a:spcPct val="85000"/>
              </a:lnSpc>
              <a:buFontTx/>
              <a:buNone/>
              <a:defRPr sz="1173" i="0">
                <a:solidFill>
                  <a:schemeClr val="bg2"/>
                </a:solidFill>
                <a:latin typeface="+mn-lt"/>
              </a:defRPr>
            </a:lvl1pPr>
            <a:lvl2pPr>
              <a:lnSpc>
                <a:spcPct val="85000"/>
              </a:lnSpc>
              <a:buFontTx/>
              <a:buNone/>
              <a:defRPr sz="1173">
                <a:solidFill>
                  <a:schemeClr val="bg2"/>
                </a:solidFill>
                <a:latin typeface="+mn-lt"/>
              </a:defRPr>
            </a:lvl2pPr>
            <a:lvl3pPr>
              <a:lnSpc>
                <a:spcPct val="85000"/>
              </a:lnSpc>
              <a:buFontTx/>
              <a:buNone/>
              <a:defRPr sz="1173">
                <a:solidFill>
                  <a:schemeClr val="bg2"/>
                </a:solidFill>
                <a:latin typeface="+mn-lt"/>
              </a:defRPr>
            </a:lvl3pPr>
            <a:lvl4pPr>
              <a:lnSpc>
                <a:spcPct val="85000"/>
              </a:lnSpc>
              <a:buFontTx/>
              <a:buNone/>
              <a:defRPr sz="1173">
                <a:solidFill>
                  <a:schemeClr val="bg2"/>
                </a:solidFill>
                <a:latin typeface="+mn-lt"/>
              </a:defRPr>
            </a:lvl4pPr>
            <a:lvl5pPr marL="0" indent="0">
              <a:lnSpc>
                <a:spcPct val="85000"/>
              </a:lnSpc>
              <a:buFontTx/>
              <a:buNone/>
              <a:defRPr sz="1173">
                <a:solidFill>
                  <a:schemeClr val="bg2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insert attribution</a:t>
            </a:r>
          </a:p>
        </p:txBody>
      </p:sp>
    </p:spTree>
    <p:extLst>
      <p:ext uri="{BB962C8B-B14F-4D97-AF65-F5344CB8AC3E}">
        <p14:creationId xmlns:p14="http://schemas.microsoft.com/office/powerpoint/2010/main" val="6354276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53448" y="1005840"/>
            <a:ext cx="1973492" cy="80560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6" name="Content Placeholder 2"/>
          <p:cNvSpPr>
            <a:spLocks noGrp="1"/>
          </p:cNvSpPr>
          <p:nvPr>
            <p:ph idx="10"/>
          </p:nvPr>
        </p:nvSpPr>
        <p:spPr>
          <a:xfrm>
            <a:off x="5400822" y="1005840"/>
            <a:ext cx="1982958" cy="80560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"/>
          <p:cNvSpPr>
            <a:spLocks noGrp="1"/>
          </p:cNvSpPr>
          <p:nvPr>
            <p:ph type="body" sz="quarter" idx="11" hasCustomPrompt="1"/>
          </p:nvPr>
        </p:nvSpPr>
        <p:spPr>
          <a:xfrm>
            <a:off x="3254717" y="9397153"/>
            <a:ext cx="3579325" cy="661247"/>
          </a:xfrm>
        </p:spPr>
        <p:txBody>
          <a:bodyPr/>
          <a:lstStyle>
            <a:lvl1pPr>
              <a:lnSpc>
                <a:spcPct val="85000"/>
              </a:lnSpc>
              <a:buFontTx/>
              <a:buNone/>
              <a:defRPr sz="1173" i="0">
                <a:solidFill>
                  <a:schemeClr val="bg2"/>
                </a:solidFill>
                <a:latin typeface="+mn-lt"/>
              </a:defRPr>
            </a:lvl1pPr>
            <a:lvl2pPr>
              <a:lnSpc>
                <a:spcPct val="85000"/>
              </a:lnSpc>
              <a:buFontTx/>
              <a:buNone/>
              <a:defRPr sz="1173">
                <a:solidFill>
                  <a:schemeClr val="bg2"/>
                </a:solidFill>
                <a:latin typeface="+mn-lt"/>
              </a:defRPr>
            </a:lvl2pPr>
            <a:lvl3pPr>
              <a:lnSpc>
                <a:spcPct val="85000"/>
              </a:lnSpc>
              <a:buFontTx/>
              <a:buNone/>
              <a:defRPr sz="1173">
                <a:solidFill>
                  <a:schemeClr val="bg2"/>
                </a:solidFill>
                <a:latin typeface="+mn-lt"/>
              </a:defRPr>
            </a:lvl3pPr>
            <a:lvl4pPr>
              <a:lnSpc>
                <a:spcPct val="85000"/>
              </a:lnSpc>
              <a:buFontTx/>
              <a:buNone/>
              <a:defRPr sz="1173">
                <a:solidFill>
                  <a:schemeClr val="bg2"/>
                </a:solidFill>
                <a:latin typeface="+mn-lt"/>
              </a:defRPr>
            </a:lvl4pPr>
            <a:lvl5pPr marL="0" indent="0">
              <a:lnSpc>
                <a:spcPct val="85000"/>
              </a:lnSpc>
              <a:buFontTx/>
              <a:buNone/>
              <a:defRPr sz="1173">
                <a:solidFill>
                  <a:schemeClr val="bg2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insert attribution</a:t>
            </a:r>
          </a:p>
        </p:txBody>
      </p:sp>
    </p:spTree>
    <p:extLst>
      <p:ext uri="{BB962C8B-B14F-4D97-AF65-F5344CB8AC3E}">
        <p14:creationId xmlns:p14="http://schemas.microsoft.com/office/powerpoint/2010/main" val="22547045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Hal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2"/>
          <p:cNvSpPr>
            <a:spLocks noGrp="1"/>
          </p:cNvSpPr>
          <p:nvPr>
            <p:ph idx="1"/>
          </p:nvPr>
        </p:nvSpPr>
        <p:spPr>
          <a:xfrm>
            <a:off x="3253448" y="5029200"/>
            <a:ext cx="1973492" cy="40326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idx="10"/>
          </p:nvPr>
        </p:nvSpPr>
        <p:spPr>
          <a:xfrm>
            <a:off x="5400822" y="5029200"/>
            <a:ext cx="1982958" cy="40326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2"/>
          <p:cNvSpPr>
            <a:spLocks noGrp="1"/>
          </p:cNvSpPr>
          <p:nvPr>
            <p:ph type="body" sz="quarter" idx="11" hasCustomPrompt="1"/>
          </p:nvPr>
        </p:nvSpPr>
        <p:spPr>
          <a:xfrm>
            <a:off x="3254717" y="9397153"/>
            <a:ext cx="3579325" cy="661247"/>
          </a:xfrm>
        </p:spPr>
        <p:txBody>
          <a:bodyPr/>
          <a:lstStyle>
            <a:lvl1pPr>
              <a:lnSpc>
                <a:spcPct val="85000"/>
              </a:lnSpc>
              <a:buFontTx/>
              <a:buNone/>
              <a:defRPr sz="1173" i="0">
                <a:solidFill>
                  <a:schemeClr val="bg2"/>
                </a:solidFill>
                <a:latin typeface="+mn-lt"/>
              </a:defRPr>
            </a:lvl1pPr>
            <a:lvl2pPr>
              <a:lnSpc>
                <a:spcPct val="85000"/>
              </a:lnSpc>
              <a:buFontTx/>
              <a:buNone/>
              <a:defRPr sz="1173">
                <a:solidFill>
                  <a:schemeClr val="bg2"/>
                </a:solidFill>
                <a:latin typeface="+mn-lt"/>
              </a:defRPr>
            </a:lvl2pPr>
            <a:lvl3pPr>
              <a:lnSpc>
                <a:spcPct val="85000"/>
              </a:lnSpc>
              <a:buFontTx/>
              <a:buNone/>
              <a:defRPr sz="1173">
                <a:solidFill>
                  <a:schemeClr val="bg2"/>
                </a:solidFill>
                <a:latin typeface="+mn-lt"/>
              </a:defRPr>
            </a:lvl3pPr>
            <a:lvl4pPr>
              <a:lnSpc>
                <a:spcPct val="85000"/>
              </a:lnSpc>
              <a:buFontTx/>
              <a:buNone/>
              <a:defRPr sz="1173">
                <a:solidFill>
                  <a:schemeClr val="bg2"/>
                </a:solidFill>
                <a:latin typeface="+mn-lt"/>
              </a:defRPr>
            </a:lvl4pPr>
            <a:lvl5pPr marL="0" indent="0">
              <a:lnSpc>
                <a:spcPct val="85000"/>
              </a:lnSpc>
              <a:buFontTx/>
              <a:buNone/>
              <a:defRPr sz="1173">
                <a:solidFill>
                  <a:schemeClr val="bg2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insert attribution</a:t>
            </a:r>
          </a:p>
        </p:txBody>
      </p:sp>
    </p:spTree>
    <p:extLst>
      <p:ext uri="{BB962C8B-B14F-4D97-AF65-F5344CB8AC3E}">
        <p14:creationId xmlns:p14="http://schemas.microsoft.com/office/powerpoint/2010/main" val="39006498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Hal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4" name="Content Placeholder 2"/>
          <p:cNvSpPr>
            <a:spLocks noGrp="1"/>
          </p:cNvSpPr>
          <p:nvPr>
            <p:ph idx="1"/>
          </p:nvPr>
        </p:nvSpPr>
        <p:spPr>
          <a:xfrm>
            <a:off x="3253448" y="5029200"/>
            <a:ext cx="1973492" cy="40326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ontent Placeholder 2"/>
          <p:cNvSpPr>
            <a:spLocks noGrp="1"/>
          </p:cNvSpPr>
          <p:nvPr>
            <p:ph idx="10"/>
          </p:nvPr>
        </p:nvSpPr>
        <p:spPr>
          <a:xfrm>
            <a:off x="5400822" y="5029200"/>
            <a:ext cx="1982958" cy="40326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Content Placeholder 2"/>
          <p:cNvSpPr>
            <a:spLocks noGrp="1"/>
          </p:cNvSpPr>
          <p:nvPr>
            <p:ph idx="11"/>
          </p:nvPr>
        </p:nvSpPr>
        <p:spPr>
          <a:xfrm>
            <a:off x="1106073" y="5029200"/>
            <a:ext cx="1973492" cy="40326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2"/>
          <p:cNvSpPr>
            <a:spLocks noGrp="1"/>
          </p:cNvSpPr>
          <p:nvPr>
            <p:ph type="body" sz="quarter" idx="12" hasCustomPrompt="1"/>
          </p:nvPr>
        </p:nvSpPr>
        <p:spPr>
          <a:xfrm>
            <a:off x="3254717" y="9397153"/>
            <a:ext cx="3579325" cy="661247"/>
          </a:xfrm>
        </p:spPr>
        <p:txBody>
          <a:bodyPr/>
          <a:lstStyle>
            <a:lvl1pPr>
              <a:lnSpc>
                <a:spcPct val="85000"/>
              </a:lnSpc>
              <a:buFontTx/>
              <a:buNone/>
              <a:defRPr sz="1173" i="0">
                <a:solidFill>
                  <a:schemeClr val="bg2"/>
                </a:solidFill>
                <a:latin typeface="+mn-lt"/>
              </a:defRPr>
            </a:lvl1pPr>
            <a:lvl2pPr>
              <a:lnSpc>
                <a:spcPct val="85000"/>
              </a:lnSpc>
              <a:buFontTx/>
              <a:buNone/>
              <a:defRPr sz="1173">
                <a:solidFill>
                  <a:schemeClr val="bg2"/>
                </a:solidFill>
                <a:latin typeface="+mn-lt"/>
              </a:defRPr>
            </a:lvl2pPr>
            <a:lvl3pPr>
              <a:lnSpc>
                <a:spcPct val="85000"/>
              </a:lnSpc>
              <a:buFontTx/>
              <a:buNone/>
              <a:defRPr sz="1173">
                <a:solidFill>
                  <a:schemeClr val="bg2"/>
                </a:solidFill>
                <a:latin typeface="+mn-lt"/>
              </a:defRPr>
            </a:lvl3pPr>
            <a:lvl4pPr>
              <a:lnSpc>
                <a:spcPct val="85000"/>
              </a:lnSpc>
              <a:buFontTx/>
              <a:buNone/>
              <a:defRPr sz="1173">
                <a:solidFill>
                  <a:schemeClr val="bg2"/>
                </a:solidFill>
                <a:latin typeface="+mn-lt"/>
              </a:defRPr>
            </a:lvl4pPr>
            <a:lvl5pPr marL="0" indent="0">
              <a:lnSpc>
                <a:spcPct val="85000"/>
              </a:lnSpc>
              <a:buFontTx/>
              <a:buNone/>
              <a:defRPr sz="1173">
                <a:solidFill>
                  <a:schemeClr val="bg2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insert attribution</a:t>
            </a:r>
          </a:p>
        </p:txBody>
      </p:sp>
    </p:spTree>
    <p:extLst>
      <p:ext uri="{BB962C8B-B14F-4D97-AF65-F5344CB8AC3E}">
        <p14:creationId xmlns:p14="http://schemas.microsoft.com/office/powerpoint/2010/main" val="35244647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254717" y="9397153"/>
            <a:ext cx="3579325" cy="661247"/>
          </a:xfrm>
        </p:spPr>
        <p:txBody>
          <a:bodyPr/>
          <a:lstStyle>
            <a:lvl1pPr>
              <a:lnSpc>
                <a:spcPct val="85000"/>
              </a:lnSpc>
              <a:buFontTx/>
              <a:buNone/>
              <a:defRPr sz="1173" i="0">
                <a:solidFill>
                  <a:schemeClr val="bg2"/>
                </a:solidFill>
                <a:latin typeface="+mn-lt"/>
              </a:defRPr>
            </a:lvl1pPr>
            <a:lvl2pPr>
              <a:lnSpc>
                <a:spcPct val="85000"/>
              </a:lnSpc>
              <a:buFontTx/>
              <a:buNone/>
              <a:defRPr sz="1173">
                <a:solidFill>
                  <a:schemeClr val="bg2"/>
                </a:solidFill>
                <a:latin typeface="+mn-lt"/>
              </a:defRPr>
            </a:lvl2pPr>
            <a:lvl3pPr>
              <a:lnSpc>
                <a:spcPct val="85000"/>
              </a:lnSpc>
              <a:buFontTx/>
              <a:buNone/>
              <a:defRPr sz="1173">
                <a:solidFill>
                  <a:schemeClr val="bg2"/>
                </a:solidFill>
                <a:latin typeface="+mn-lt"/>
              </a:defRPr>
            </a:lvl3pPr>
            <a:lvl4pPr>
              <a:lnSpc>
                <a:spcPct val="85000"/>
              </a:lnSpc>
              <a:buFontTx/>
              <a:buNone/>
              <a:defRPr sz="1173">
                <a:solidFill>
                  <a:schemeClr val="bg2"/>
                </a:solidFill>
                <a:latin typeface="+mn-lt"/>
              </a:defRPr>
            </a:lvl4pPr>
            <a:lvl5pPr marL="0" indent="0">
              <a:lnSpc>
                <a:spcPct val="85000"/>
              </a:lnSpc>
              <a:buFontTx/>
              <a:buNone/>
              <a:defRPr sz="1173">
                <a:solidFill>
                  <a:schemeClr val="bg2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insert attribution</a:t>
            </a:r>
          </a:p>
        </p:txBody>
      </p:sp>
    </p:spTree>
    <p:extLst>
      <p:ext uri="{BB962C8B-B14F-4D97-AF65-F5344CB8AC3E}">
        <p14:creationId xmlns:p14="http://schemas.microsoft.com/office/powerpoint/2010/main" val="4242261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254717" y="9397153"/>
            <a:ext cx="3579325" cy="661247"/>
          </a:xfrm>
        </p:spPr>
        <p:txBody>
          <a:bodyPr/>
          <a:lstStyle>
            <a:lvl1pPr>
              <a:lnSpc>
                <a:spcPct val="85000"/>
              </a:lnSpc>
              <a:buFontTx/>
              <a:buNone/>
              <a:defRPr sz="1173" i="0">
                <a:solidFill>
                  <a:schemeClr val="bg2"/>
                </a:solidFill>
                <a:latin typeface="+mn-lt"/>
              </a:defRPr>
            </a:lvl1pPr>
            <a:lvl2pPr>
              <a:lnSpc>
                <a:spcPct val="85000"/>
              </a:lnSpc>
              <a:buFontTx/>
              <a:buNone/>
              <a:defRPr sz="1173">
                <a:solidFill>
                  <a:schemeClr val="bg2"/>
                </a:solidFill>
                <a:latin typeface="+mn-lt"/>
              </a:defRPr>
            </a:lvl2pPr>
            <a:lvl3pPr>
              <a:lnSpc>
                <a:spcPct val="85000"/>
              </a:lnSpc>
              <a:buFontTx/>
              <a:buNone/>
              <a:defRPr sz="1173">
                <a:solidFill>
                  <a:schemeClr val="bg2"/>
                </a:solidFill>
                <a:latin typeface="+mn-lt"/>
              </a:defRPr>
            </a:lvl3pPr>
            <a:lvl4pPr>
              <a:lnSpc>
                <a:spcPct val="85000"/>
              </a:lnSpc>
              <a:buFontTx/>
              <a:buNone/>
              <a:defRPr sz="1173">
                <a:solidFill>
                  <a:schemeClr val="bg2"/>
                </a:solidFill>
                <a:latin typeface="+mn-lt"/>
              </a:defRPr>
            </a:lvl4pPr>
            <a:lvl5pPr marL="0" indent="0">
              <a:lnSpc>
                <a:spcPct val="85000"/>
              </a:lnSpc>
              <a:buFontTx/>
              <a:buNone/>
              <a:defRPr sz="1173">
                <a:solidFill>
                  <a:schemeClr val="bg2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insert attribution</a:t>
            </a:r>
          </a:p>
        </p:txBody>
      </p:sp>
    </p:spTree>
    <p:extLst>
      <p:ext uri="{BB962C8B-B14F-4D97-AF65-F5344CB8AC3E}">
        <p14:creationId xmlns:p14="http://schemas.microsoft.com/office/powerpoint/2010/main" val="2085059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pter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8620" y="5643882"/>
            <a:ext cx="3594735" cy="6218369"/>
          </a:xfrm>
        </p:spPr>
        <p:txBody>
          <a:bodyPr>
            <a:spAutoFit/>
          </a:bodyPr>
          <a:lstStyle>
            <a:lvl1pPr>
              <a:defRPr sz="8507" kern="100" spc="-293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9776724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0" y="0"/>
            <a:ext cx="7772400" cy="10058400"/>
            <a:chOff x="0" y="0"/>
            <a:chExt cx="9144000" cy="6858000"/>
          </a:xfrm>
        </p:grpSpPr>
        <p:cxnSp>
          <p:nvCxnSpPr>
            <p:cNvPr id="49" name="Straight Connector 48"/>
            <p:cNvCxnSpPr/>
            <p:nvPr/>
          </p:nvCxnSpPr>
          <p:spPr>
            <a:xfrm>
              <a:off x="457200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/>
            <p:cNvCxnSpPr/>
            <p:nvPr/>
          </p:nvCxnSpPr>
          <p:spPr>
            <a:xfrm>
              <a:off x="8686800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/>
            <p:cNvCxnSpPr/>
            <p:nvPr/>
          </p:nvCxnSpPr>
          <p:spPr>
            <a:xfrm>
              <a:off x="1113726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81"/>
            <p:cNvCxnSpPr/>
            <p:nvPr/>
          </p:nvCxnSpPr>
          <p:spPr>
            <a:xfrm>
              <a:off x="1300622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/>
            <p:cNvCxnSpPr/>
            <p:nvPr/>
          </p:nvCxnSpPr>
          <p:spPr>
            <a:xfrm>
              <a:off x="1954396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/>
            <p:cNvCxnSpPr/>
            <p:nvPr/>
          </p:nvCxnSpPr>
          <p:spPr>
            <a:xfrm>
              <a:off x="2143050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/>
            <p:cNvCxnSpPr/>
            <p:nvPr/>
          </p:nvCxnSpPr>
          <p:spPr>
            <a:xfrm>
              <a:off x="2796824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/>
            <p:cNvCxnSpPr/>
            <p:nvPr/>
          </p:nvCxnSpPr>
          <p:spPr>
            <a:xfrm>
              <a:off x="2990753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/>
            <p:cNvCxnSpPr/>
            <p:nvPr/>
          </p:nvCxnSpPr>
          <p:spPr>
            <a:xfrm>
              <a:off x="3639252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/>
            <p:cNvCxnSpPr/>
            <p:nvPr/>
          </p:nvCxnSpPr>
          <p:spPr>
            <a:xfrm>
              <a:off x="3829078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/>
            <p:cNvCxnSpPr/>
            <p:nvPr/>
          </p:nvCxnSpPr>
          <p:spPr>
            <a:xfrm>
              <a:off x="4478749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/>
            <p:cNvCxnSpPr/>
            <p:nvPr/>
          </p:nvCxnSpPr>
          <p:spPr>
            <a:xfrm>
              <a:off x="4670334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/>
            <p:cNvCxnSpPr/>
            <p:nvPr/>
          </p:nvCxnSpPr>
          <p:spPr>
            <a:xfrm>
              <a:off x="5324108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/>
            <p:cNvCxnSpPr/>
            <p:nvPr/>
          </p:nvCxnSpPr>
          <p:spPr>
            <a:xfrm>
              <a:off x="5512762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/>
            <p:cNvCxnSpPr/>
            <p:nvPr/>
          </p:nvCxnSpPr>
          <p:spPr>
            <a:xfrm>
              <a:off x="6166536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/>
            <p:cNvCxnSpPr/>
            <p:nvPr/>
          </p:nvCxnSpPr>
          <p:spPr>
            <a:xfrm>
              <a:off x="6355190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/>
            <p:cNvCxnSpPr/>
            <p:nvPr/>
          </p:nvCxnSpPr>
          <p:spPr>
            <a:xfrm>
              <a:off x="7008964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/>
            <p:cNvCxnSpPr/>
            <p:nvPr/>
          </p:nvCxnSpPr>
          <p:spPr>
            <a:xfrm>
              <a:off x="7197618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/>
            <p:cNvCxnSpPr/>
            <p:nvPr/>
          </p:nvCxnSpPr>
          <p:spPr>
            <a:xfrm>
              <a:off x="7851392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/>
            <p:cNvCxnSpPr/>
            <p:nvPr/>
          </p:nvCxnSpPr>
          <p:spPr>
            <a:xfrm>
              <a:off x="8040049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/>
            <p:cNvCxnSpPr/>
            <p:nvPr/>
          </p:nvCxnSpPr>
          <p:spPr>
            <a:xfrm>
              <a:off x="0" y="457200"/>
              <a:ext cx="9144000" cy="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/>
            <p:cNvCxnSpPr/>
            <p:nvPr/>
          </p:nvCxnSpPr>
          <p:spPr>
            <a:xfrm>
              <a:off x="0" y="685800"/>
              <a:ext cx="9144000" cy="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/>
            <p:cNvCxnSpPr/>
            <p:nvPr/>
          </p:nvCxnSpPr>
          <p:spPr>
            <a:xfrm>
              <a:off x="0" y="6178550"/>
              <a:ext cx="9144000" cy="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/>
            <p:cNvCxnSpPr/>
            <p:nvPr/>
          </p:nvCxnSpPr>
          <p:spPr>
            <a:xfrm>
              <a:off x="0" y="6407150"/>
              <a:ext cx="9144000" cy="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/>
            <p:cNvCxnSpPr/>
            <p:nvPr/>
          </p:nvCxnSpPr>
          <p:spPr>
            <a:xfrm flipH="1">
              <a:off x="0" y="3429000"/>
              <a:ext cx="9144000" cy="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55396712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88620" y="5686349"/>
            <a:ext cx="3598621" cy="3728314"/>
          </a:xfrm>
        </p:spPr>
        <p:txBody>
          <a:bodyPr/>
          <a:lstStyle>
            <a:lvl1pPr>
              <a:lnSpc>
                <a:spcPct val="90000"/>
              </a:lnSpc>
              <a:defRPr sz="8507" kern="100" cap="none" spc="-293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Add </a:t>
            </a:r>
            <a:r>
              <a:rPr lang="en-US" err="1"/>
              <a:t>Slidedoc</a:t>
            </a:r>
            <a:r>
              <a:rPr lang="en-US"/>
              <a:t> Title</a:t>
            </a:r>
          </a:p>
        </p:txBody>
      </p:sp>
    </p:spTree>
    <p:extLst>
      <p:ext uri="{BB962C8B-B14F-4D97-AF65-F5344CB8AC3E}">
        <p14:creationId xmlns:p14="http://schemas.microsoft.com/office/powerpoint/2010/main" val="411247567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0855C1-EDC8-3D45-8F6E-152AA6BBBAFA}" type="datetimeFigureOut">
              <a:rPr lang="en-US" smtClean="0"/>
              <a:t>9/18/26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31B213-2EB3-0A40-9174-7A75736A52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7305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69266" y="278534"/>
            <a:ext cx="7233869" cy="1182302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/>
              <a:t>All Click To Edit Master Title </a:t>
            </a:r>
            <a:br>
              <a:rPr lang="en-US"/>
            </a:br>
            <a:r>
              <a:rPr lang="en-US"/>
              <a:t>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86200" y="1754809"/>
            <a:ext cx="3616935" cy="727959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199434" y="9383317"/>
            <a:ext cx="184346" cy="180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fld id="{2385CB4A-7E96-44CA-B116-B71B544B697D}" type="slidenum">
              <a:rPr lang="en-US" sz="1173" smtClean="0">
                <a:solidFill>
                  <a:schemeClr val="bg2"/>
                </a:solidFill>
              </a:rPr>
              <a:pPr algn="r"/>
              <a:t>‹#›</a:t>
            </a:fld>
            <a:endParaRPr lang="en-US" sz="1173">
              <a:solidFill>
                <a:schemeClr val="bg2"/>
              </a:solidFill>
            </a:endParaRPr>
          </a:p>
        </p:txBody>
      </p:sp>
      <p:sp>
        <p:nvSpPr>
          <p:cNvPr id="117" name="TextBox 116"/>
          <p:cNvSpPr txBox="1"/>
          <p:nvPr/>
        </p:nvSpPr>
        <p:spPr>
          <a:xfrm>
            <a:off x="7198724" y="9383317"/>
            <a:ext cx="35266" cy="180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sz="1173">
                <a:solidFill>
                  <a:schemeClr val="bg2"/>
                </a:solidFill>
              </a:rPr>
              <a:t>|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DBE5DBB5-BBD5-460C-B0E3-37FC45C93E68}"/>
              </a:ext>
            </a:extLst>
          </p:cNvPr>
          <p:cNvSpPr txBox="1">
            <a:spLocks/>
          </p:cNvSpPr>
          <p:nvPr/>
        </p:nvSpPr>
        <p:spPr>
          <a:xfrm>
            <a:off x="315546" y="9328381"/>
            <a:ext cx="2777818" cy="730019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85000"/>
              </a:lnSpc>
              <a:spcBef>
                <a:spcPts val="600"/>
              </a:spcBef>
              <a:spcAft>
                <a:spcPts val="1200"/>
              </a:spcAft>
              <a:buFontTx/>
              <a:buNone/>
              <a:defRPr sz="800" b="0" i="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600"/>
              </a:spcAft>
              <a:buFontTx/>
              <a:buNone/>
              <a:defRPr sz="800" i="1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FontTx/>
              <a:buNone/>
              <a:defRPr sz="800" b="1" kern="1200">
                <a:solidFill>
                  <a:schemeClr val="bg2"/>
                </a:solidFill>
                <a:latin typeface="+mn-lt"/>
                <a:ea typeface="+mn-ea"/>
                <a:cs typeface="Microsoft New Tai Lue" panose="020B0502040204020203" pitchFamily="34" charset="0"/>
              </a:defRPr>
            </a:lvl3pPr>
            <a:lvl4pPr marL="0" indent="0" algn="l" defTabSz="914400" rtl="0" eaLnBrk="1" latinLnBrk="0" hangingPunct="1">
              <a:lnSpc>
                <a:spcPct val="85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defRPr sz="800" kern="1200">
                <a:solidFill>
                  <a:schemeClr val="bg2"/>
                </a:solidFill>
                <a:latin typeface="+mn-lt"/>
                <a:ea typeface="+mn-ea"/>
                <a:cs typeface="Microsoft New Tai Lue" panose="020B0502040204020203" pitchFamily="34" charset="0"/>
              </a:defRPr>
            </a:lvl4pPr>
            <a:lvl5pPr marL="0" indent="0" algn="l" defTabSz="914400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600"/>
              </a:spcAft>
              <a:buFontTx/>
              <a:buNone/>
              <a:defRPr sz="800" kern="1200">
                <a:solidFill>
                  <a:schemeClr val="bg2"/>
                </a:solidFill>
                <a:latin typeface="+mn-lt"/>
                <a:ea typeface="+mn-ea"/>
                <a:cs typeface="Microsoft New Tai Lue" panose="020B0502040204020203" pitchFamily="34" charset="0"/>
              </a:defRPr>
            </a:lvl5pPr>
            <a:lvl6pPr marL="344488" indent="-173038" algn="l" defTabSz="914400" rtl="0" eaLnBrk="1" latinLnBrk="0" hangingPunct="1">
              <a:lnSpc>
                <a:spcPct val="85000"/>
              </a:lnSpc>
              <a:spcBef>
                <a:spcPct val="200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1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spcBef>
                <a:spcPts val="60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​"/>
              <a:defRPr sz="1500" i="1" kern="1200" baseline="0">
                <a:solidFill>
                  <a:schemeClr val="bg2"/>
                </a:solidFill>
                <a:latin typeface="Corbel" panose="020B0503020204020204" pitchFamily="34" charset="0"/>
                <a:ea typeface="+mn-ea"/>
                <a:cs typeface="+mn-cs"/>
              </a:defRPr>
            </a:lvl7pPr>
            <a:lvl8pPr marL="171450" indent="-171450" algn="l" defTabSz="9144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100" kern="1200">
                <a:solidFill>
                  <a:schemeClr val="bg2"/>
                </a:solidFill>
                <a:latin typeface="Corbel" panose="020B0503020204020204" pitchFamily="34" charset="0"/>
                <a:ea typeface="+mn-ea"/>
                <a:cs typeface="+mn-cs"/>
              </a:defRPr>
            </a:lvl8pPr>
            <a:lvl9pPr marL="344488" indent="-173038" algn="l" defTabSz="914400" rtl="0" eaLnBrk="1" latinLnBrk="0" hangingPunct="1">
              <a:spcBef>
                <a:spcPct val="200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100" kern="1200">
                <a:solidFill>
                  <a:schemeClr val="bg2"/>
                </a:solidFill>
                <a:latin typeface="Corbel" panose="020B0503020204020204" pitchFamily="34" charset="0"/>
                <a:ea typeface="+mn-ea"/>
                <a:cs typeface="+mn-cs"/>
              </a:defRPr>
            </a:lvl9pPr>
          </a:lstStyle>
          <a:p>
            <a:r>
              <a:rPr lang="en-US" sz="1173"/>
              <a:t>Helen Scott  |  Qualifying Exam</a:t>
            </a:r>
          </a:p>
        </p:txBody>
      </p:sp>
    </p:spTree>
    <p:extLst>
      <p:ext uri="{BB962C8B-B14F-4D97-AF65-F5344CB8AC3E}">
        <p14:creationId xmlns:p14="http://schemas.microsoft.com/office/powerpoint/2010/main" val="2243163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5" r:id="rId14"/>
  </p:sldLayoutIdLst>
  <p:txStyles>
    <p:titleStyle>
      <a:lvl1pPr algn="l" defTabSz="1341150" rtl="0" eaLnBrk="1" latinLnBrk="0" hangingPunct="1">
        <a:lnSpc>
          <a:spcPct val="95000"/>
        </a:lnSpc>
        <a:spcBef>
          <a:spcPct val="0"/>
        </a:spcBef>
        <a:buNone/>
        <a:defRPr sz="6453" b="1" kern="1200" spc="-22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1341150" rtl="0" eaLnBrk="1" latinLnBrk="0" hangingPunct="1">
        <a:lnSpc>
          <a:spcPct val="120000"/>
        </a:lnSpc>
        <a:spcBef>
          <a:spcPts val="880"/>
        </a:spcBef>
        <a:spcAft>
          <a:spcPts val="1760"/>
        </a:spcAft>
        <a:buFont typeface="Arial" panose="020B0604020202020204" pitchFamily="34" charset="0"/>
        <a:buChar char="​"/>
        <a:defRPr sz="2200" b="0" i="1" kern="1200">
          <a:solidFill>
            <a:schemeClr val="accent1"/>
          </a:solidFill>
          <a:latin typeface="Corbel" panose="020B0503020204020204" pitchFamily="34" charset="0"/>
          <a:ea typeface="+mn-ea"/>
          <a:cs typeface="+mn-cs"/>
        </a:defRPr>
      </a:lvl1pPr>
      <a:lvl2pPr marL="0" indent="0" algn="l" defTabSz="1341150" rtl="0" eaLnBrk="1" latinLnBrk="0" hangingPunct="1">
        <a:lnSpc>
          <a:spcPct val="100000"/>
        </a:lnSpc>
        <a:spcBef>
          <a:spcPts val="0"/>
        </a:spcBef>
        <a:spcAft>
          <a:spcPts val="880"/>
        </a:spcAft>
        <a:buFont typeface="Arial" panose="020B0604020202020204" pitchFamily="34" charset="0"/>
        <a:buChar char="​"/>
        <a:defRPr sz="2200" i="1" kern="1200">
          <a:solidFill>
            <a:schemeClr val="tx2"/>
          </a:solidFill>
          <a:latin typeface="Corbel" panose="020B0503020204020204" pitchFamily="34" charset="0"/>
          <a:ea typeface="+mn-ea"/>
          <a:cs typeface="+mn-cs"/>
        </a:defRPr>
      </a:lvl2pPr>
      <a:lvl3pPr marL="0" indent="0" algn="l" defTabSz="1341150" rtl="0" eaLnBrk="1" latinLnBrk="0" hangingPunct="1">
        <a:lnSpc>
          <a:spcPct val="110000"/>
        </a:lnSpc>
        <a:spcBef>
          <a:spcPts val="880"/>
        </a:spcBef>
        <a:spcAft>
          <a:spcPts val="0"/>
        </a:spcAft>
        <a:buFont typeface="Arial" panose="020B0604020202020204" pitchFamily="34" charset="0"/>
        <a:buChar char="​"/>
        <a:defRPr sz="1613" b="1" kern="1200">
          <a:solidFill>
            <a:schemeClr val="accent4"/>
          </a:solidFill>
          <a:latin typeface="Microsoft New Tai Lue" panose="020B0502040204020203" pitchFamily="34" charset="0"/>
          <a:ea typeface="+mn-ea"/>
          <a:cs typeface="Microsoft New Tai Lue" panose="020B0502040204020203" pitchFamily="34" charset="0"/>
        </a:defRPr>
      </a:lvl3pPr>
      <a:lvl4pPr marL="0" indent="0" algn="l" defTabSz="1341150" rtl="0" eaLnBrk="1" latinLnBrk="0" hangingPunct="1">
        <a:lnSpc>
          <a:spcPct val="114000"/>
        </a:lnSpc>
        <a:spcBef>
          <a:spcPts val="880"/>
        </a:spcBef>
        <a:spcAft>
          <a:spcPts val="880"/>
        </a:spcAft>
        <a:buFont typeface="Arial" panose="020B0604020202020204" pitchFamily="34" charset="0"/>
        <a:buChar char="​"/>
        <a:defRPr sz="1613" kern="1200">
          <a:solidFill>
            <a:schemeClr val="tx2"/>
          </a:solidFill>
          <a:latin typeface="Microsoft New Tai Lue" panose="020B0502040204020203" pitchFamily="34" charset="0"/>
          <a:ea typeface="+mn-ea"/>
          <a:cs typeface="Microsoft New Tai Lue" panose="020B0502040204020203" pitchFamily="34" charset="0"/>
        </a:defRPr>
      </a:lvl4pPr>
      <a:lvl5pPr marL="251466" indent="-251466" algn="l" defTabSz="1341150" rtl="0" eaLnBrk="1" latinLnBrk="0" hangingPunct="1">
        <a:lnSpc>
          <a:spcPct val="95000"/>
        </a:lnSpc>
        <a:spcBef>
          <a:spcPts val="0"/>
        </a:spcBef>
        <a:spcAft>
          <a:spcPts val="880"/>
        </a:spcAft>
        <a:buFont typeface="Arial" panose="020B0604020202020204" pitchFamily="34" charset="0"/>
        <a:buChar char="•"/>
        <a:defRPr sz="1613" kern="1200">
          <a:solidFill>
            <a:schemeClr val="tx2"/>
          </a:solidFill>
          <a:latin typeface="Microsoft New Tai Lue" panose="020B0502040204020203" pitchFamily="34" charset="0"/>
          <a:ea typeface="+mn-ea"/>
          <a:cs typeface="Microsoft New Tai Lue" panose="020B0502040204020203" pitchFamily="34" charset="0"/>
        </a:defRPr>
      </a:lvl5pPr>
      <a:lvl6pPr marL="505261" indent="-253795" algn="l" defTabSz="1341150" rtl="0" eaLnBrk="1" latinLnBrk="0" hangingPunct="1">
        <a:lnSpc>
          <a:spcPct val="85000"/>
        </a:lnSpc>
        <a:spcBef>
          <a:spcPct val="20000"/>
        </a:spcBef>
        <a:spcAft>
          <a:spcPts val="880"/>
        </a:spcAft>
        <a:buFont typeface="Arial" panose="020B0604020202020204" pitchFamily="34" charset="0"/>
        <a:buChar char="•"/>
        <a:defRPr sz="1613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0" indent="0" algn="l" defTabSz="1341150" rtl="0" eaLnBrk="1" latinLnBrk="0" hangingPunct="1">
        <a:spcBef>
          <a:spcPts val="880"/>
        </a:spcBef>
        <a:spcAft>
          <a:spcPts val="880"/>
        </a:spcAft>
        <a:buClr>
          <a:schemeClr val="bg2"/>
        </a:buClr>
        <a:buFont typeface="Arial" panose="020B0604020202020204" pitchFamily="34" charset="0"/>
        <a:buChar char="​"/>
        <a:defRPr sz="2200" i="1" kern="1200" baseline="0">
          <a:solidFill>
            <a:schemeClr val="bg2"/>
          </a:solidFill>
          <a:latin typeface="Corbel" panose="020B0503020204020204" pitchFamily="34" charset="0"/>
          <a:ea typeface="+mn-ea"/>
          <a:cs typeface="+mn-cs"/>
        </a:defRPr>
      </a:lvl7pPr>
      <a:lvl8pPr marL="251466" indent="-251466" algn="l" defTabSz="1341150" rtl="0" eaLnBrk="1" latinLnBrk="0" hangingPunct="1">
        <a:spcBef>
          <a:spcPts val="0"/>
        </a:spcBef>
        <a:spcAft>
          <a:spcPts val="880"/>
        </a:spcAft>
        <a:buFont typeface="Arial" panose="020B0604020202020204" pitchFamily="34" charset="0"/>
        <a:buChar char="•"/>
        <a:defRPr sz="1613" kern="1200">
          <a:solidFill>
            <a:schemeClr val="bg2"/>
          </a:solidFill>
          <a:latin typeface="Corbel" panose="020B0503020204020204" pitchFamily="34" charset="0"/>
          <a:ea typeface="+mn-ea"/>
          <a:cs typeface="+mn-cs"/>
        </a:defRPr>
      </a:lvl8pPr>
      <a:lvl9pPr marL="505261" indent="-253795" algn="l" defTabSz="1341150" rtl="0" eaLnBrk="1" latinLnBrk="0" hangingPunct="1">
        <a:spcBef>
          <a:spcPct val="20000"/>
        </a:spcBef>
        <a:spcAft>
          <a:spcPts val="880"/>
        </a:spcAft>
        <a:buFont typeface="Arial" panose="020B0604020202020204" pitchFamily="34" charset="0"/>
        <a:buChar char="•"/>
        <a:defRPr sz="1613" kern="1200">
          <a:solidFill>
            <a:schemeClr val="bg2"/>
          </a:solidFill>
          <a:latin typeface="Corbel" panose="020B0503020204020204" pitchFamily="34" charset="0"/>
          <a:ea typeface="+mn-ea"/>
          <a:cs typeface="+mn-cs"/>
        </a:defRPr>
      </a:lvl9pPr>
    </p:bodyStyle>
    <p:otherStyle>
      <a:defPPr>
        <a:defRPr lang="en-US"/>
      </a:defPPr>
      <a:lvl1pPr marL="0" algn="l" defTabSz="1341150" rtl="0" eaLnBrk="1" latinLnBrk="0" hangingPunct="1">
        <a:defRPr sz="2640" kern="1200">
          <a:solidFill>
            <a:schemeClr val="tx1"/>
          </a:solidFill>
          <a:latin typeface="+mn-lt"/>
          <a:ea typeface="+mn-ea"/>
          <a:cs typeface="+mn-cs"/>
        </a:defRPr>
      </a:lvl1pPr>
      <a:lvl2pPr marL="670575" algn="l" defTabSz="1341150" rtl="0" eaLnBrk="1" latinLnBrk="0" hangingPunct="1">
        <a:defRPr sz="2640" kern="1200">
          <a:solidFill>
            <a:schemeClr val="tx1"/>
          </a:solidFill>
          <a:latin typeface="+mn-lt"/>
          <a:ea typeface="+mn-ea"/>
          <a:cs typeface="+mn-cs"/>
        </a:defRPr>
      </a:lvl2pPr>
      <a:lvl3pPr marL="1341150" algn="l" defTabSz="1341150" rtl="0" eaLnBrk="1" latinLnBrk="0" hangingPunct="1">
        <a:defRPr sz="2640" kern="1200">
          <a:solidFill>
            <a:schemeClr val="tx1"/>
          </a:solidFill>
          <a:latin typeface="+mn-lt"/>
          <a:ea typeface="+mn-ea"/>
          <a:cs typeface="+mn-cs"/>
        </a:defRPr>
      </a:lvl3pPr>
      <a:lvl4pPr marL="2011726" algn="l" defTabSz="1341150" rtl="0" eaLnBrk="1" latinLnBrk="0" hangingPunct="1">
        <a:defRPr sz="2640" kern="1200">
          <a:solidFill>
            <a:schemeClr val="tx1"/>
          </a:solidFill>
          <a:latin typeface="+mn-lt"/>
          <a:ea typeface="+mn-ea"/>
          <a:cs typeface="+mn-cs"/>
        </a:defRPr>
      </a:lvl4pPr>
      <a:lvl5pPr marL="2682301" algn="l" defTabSz="1341150" rtl="0" eaLnBrk="1" latinLnBrk="0" hangingPunct="1">
        <a:defRPr sz="2640" kern="1200">
          <a:solidFill>
            <a:schemeClr val="tx1"/>
          </a:solidFill>
          <a:latin typeface="+mn-lt"/>
          <a:ea typeface="+mn-ea"/>
          <a:cs typeface="+mn-cs"/>
        </a:defRPr>
      </a:lvl5pPr>
      <a:lvl6pPr marL="3352876" algn="l" defTabSz="1341150" rtl="0" eaLnBrk="1" latinLnBrk="0" hangingPunct="1">
        <a:defRPr sz="2640" kern="1200">
          <a:solidFill>
            <a:schemeClr val="tx1"/>
          </a:solidFill>
          <a:latin typeface="+mn-lt"/>
          <a:ea typeface="+mn-ea"/>
          <a:cs typeface="+mn-cs"/>
        </a:defRPr>
      </a:lvl6pPr>
      <a:lvl7pPr marL="4023451" algn="l" defTabSz="1341150" rtl="0" eaLnBrk="1" latinLnBrk="0" hangingPunct="1">
        <a:defRPr sz="2640" kern="1200">
          <a:solidFill>
            <a:schemeClr val="tx1"/>
          </a:solidFill>
          <a:latin typeface="+mn-lt"/>
          <a:ea typeface="+mn-ea"/>
          <a:cs typeface="+mn-cs"/>
        </a:defRPr>
      </a:lvl7pPr>
      <a:lvl8pPr marL="4694027" algn="l" defTabSz="1341150" rtl="0" eaLnBrk="1" latinLnBrk="0" hangingPunct="1">
        <a:defRPr sz="2640" kern="1200">
          <a:solidFill>
            <a:schemeClr val="tx1"/>
          </a:solidFill>
          <a:latin typeface="+mn-lt"/>
          <a:ea typeface="+mn-ea"/>
          <a:cs typeface="+mn-cs"/>
        </a:defRPr>
      </a:lvl8pPr>
      <a:lvl9pPr marL="5364602" algn="l" defTabSz="1341150" rtl="0" eaLnBrk="1" latinLnBrk="0" hangingPunct="1">
        <a:defRPr sz="26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168" userDrawn="1">
          <p15:clr>
            <a:srgbClr val="F26B43"/>
          </p15:clr>
        </p15:guide>
        <p15:guide id="2" pos="244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E9E104-2CC3-7805-943D-1ABA31B694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08FD907-2EC1-8812-496E-F786C2527B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854" y="119269"/>
            <a:ext cx="7100691" cy="3629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4642770"/>
      </p:ext>
    </p:extLst>
  </p:cSld>
  <p:clrMapOvr>
    <a:masterClrMapping/>
  </p:clrMapOvr>
</p:sld>
</file>

<file path=ppt/theme/theme1.xml><?xml version="1.0" encoding="utf-8"?>
<a:theme xmlns:a="http://schemas.openxmlformats.org/drawingml/2006/main" name="PhD Theme">
  <a:themeElements>
    <a:clrScheme name="Custom 6">
      <a:dk1>
        <a:srgbClr val="000000"/>
      </a:dk1>
      <a:lt1>
        <a:srgbClr val="FFFFFF"/>
      </a:lt1>
      <a:dk2>
        <a:srgbClr val="C9BC9B"/>
      </a:dk2>
      <a:lt2>
        <a:srgbClr val="FBF9EA"/>
      </a:lt2>
      <a:accent1>
        <a:srgbClr val="5B8C8F"/>
      </a:accent1>
      <a:accent2>
        <a:srgbClr val="BBD5E9"/>
      </a:accent2>
      <a:accent3>
        <a:srgbClr val="E57E66"/>
      </a:accent3>
      <a:accent4>
        <a:srgbClr val="893624"/>
      </a:accent4>
      <a:accent5>
        <a:srgbClr val="7E9B6B"/>
      </a:accent5>
      <a:accent6>
        <a:srgbClr val="CBE8B9"/>
      </a:accent6>
      <a:hlink>
        <a:srgbClr val="EBB309"/>
      </a:hlink>
      <a:folHlink>
        <a:srgbClr val="FEFFFF"/>
      </a:folHlink>
    </a:clrScheme>
    <a:fontScheme name="Modern Swiss">
      <a:majorFont>
        <a:latin typeface="Arial"/>
        <a:ea typeface=""/>
        <a:cs typeface=""/>
      </a:majorFont>
      <a:minorFont>
        <a:latin typeface="Microsoft New Tai Lu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  <a:effectLst>
          <a:outerShdw dist="38100" dir="5400000" algn="t" rotWithShape="0">
            <a:schemeClr val="bg2">
              <a:alpha val="20000"/>
            </a:schemeClr>
          </a:outerShdw>
        </a:effectLst>
      </a:spPr>
      <a:bodyPr rtlCol="0" anchor="ctr"/>
      <a:lstStyle>
        <a:defPPr algn="ctr">
          <a:lnSpc>
            <a:spcPct val="95000"/>
          </a:lnSpc>
          <a:defRPr b="1" dirty="0" smtClean="0">
            <a:solidFill>
              <a:schemeClr val="tx2"/>
            </a:solidFill>
            <a:latin typeface="+mj-lt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PhD Theme" id="{5A98FAA6-1DCB-BD4C-AAD3-9A3DA79A3930}" vid="{19A5F929-E5D6-E348-A688-44E53357008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PhD Theme</Template>
  <TotalTime>164</TotalTime>
  <Words>1</Words>
  <Application>Microsoft Macintosh PowerPoint</Application>
  <PresentationFormat>Custom</PresentationFormat>
  <Paragraphs>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Arial</vt:lpstr>
      <vt:lpstr>Corbel</vt:lpstr>
      <vt:lpstr>Microsoft New Tai Lue</vt:lpstr>
      <vt:lpstr>PhD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Helen Scott</dc:creator>
  <cp:lastModifiedBy>Helen Scott</cp:lastModifiedBy>
  <cp:revision>9</cp:revision>
  <dcterms:created xsi:type="dcterms:W3CDTF">2026-09-16T14:17:37Z</dcterms:created>
  <dcterms:modified xsi:type="dcterms:W3CDTF">2026-09-18T19:37:08Z</dcterms:modified>
</cp:coreProperties>
</file>