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82" r:id="rId2"/>
    <p:sldId id="283" r:id="rId3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2"/>
    <p:restoredTop sz="94659"/>
  </p:normalViewPr>
  <p:slideViewPr>
    <p:cSldViewPr snapToGrid="0">
      <p:cViewPr>
        <p:scale>
          <a:sx n="313" d="100"/>
          <a:sy n="31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1E524-6E79-CF4B-9E85-0A88F03DEB7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233B3-8355-2C4A-9930-127678E91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3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131-5ABB-A944-8E26-DE05003D1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5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26424"/>
            <a:ext cx="4136872" cy="4022024"/>
          </a:xfrm>
        </p:spPr>
        <p:txBody>
          <a:bodyPr/>
          <a:lstStyle>
            <a:lvl1pPr>
              <a:lnSpc>
                <a:spcPct val="90000"/>
              </a:lnSpc>
              <a:defRPr sz="9680" kern="100" cap="all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388621" y="5128533"/>
            <a:ext cx="1272461" cy="3684977"/>
          </a:xfrm>
        </p:spPr>
        <p:txBody>
          <a:bodyPr anchor="b"/>
          <a:lstStyle>
            <a:lvl1pPr>
              <a:lnSpc>
                <a:spcPct val="100000"/>
              </a:lnSpc>
              <a:defRPr sz="1907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388621" y="9061873"/>
            <a:ext cx="127261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4682943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6111320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21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1005840"/>
            <a:ext cx="2704744" cy="1801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38862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254692" y="1005840"/>
            <a:ext cx="4129088" cy="1801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181929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24997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468064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6111320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38862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181929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24997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468064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6111320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38862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81929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24997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468064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6111320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38862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81929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24997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468064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6111320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5690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78518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61398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4130333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3448" y="9397153"/>
            <a:ext cx="358059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63542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1005840"/>
            <a:ext cx="1973492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5400822" y="1005840"/>
            <a:ext cx="1982958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2547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0064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5244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42422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0850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5643882"/>
            <a:ext cx="3594735" cy="6218369"/>
          </a:xfrm>
        </p:spPr>
        <p:txBody>
          <a:bodyPr>
            <a:spAutoFit/>
          </a:bodyPr>
          <a:lstStyle>
            <a:lvl1pPr>
              <a:defRPr sz="8507" kern="100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7767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7772400" cy="100584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396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686349"/>
            <a:ext cx="3598621" cy="3728314"/>
          </a:xfrm>
        </p:spPr>
        <p:txBody>
          <a:bodyPr/>
          <a:lstStyle>
            <a:lvl1pPr>
              <a:lnSpc>
                <a:spcPct val="90000"/>
              </a:lnSpc>
              <a:defRPr sz="8507" kern="100" cap="none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112475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855C1-EDC8-3D45-8F6E-152AA6BBBAF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B213-2EB3-0A40-9174-7A75736A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66" y="278534"/>
            <a:ext cx="7233869" cy="11823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754809"/>
            <a:ext cx="3616935" cy="7279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9434" y="9383317"/>
            <a:ext cx="18434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1173" smtClean="0">
                <a:solidFill>
                  <a:schemeClr val="bg2"/>
                </a:solidFill>
              </a:rPr>
              <a:pPr algn="r"/>
              <a:t>‹#›</a:t>
            </a:fld>
            <a:endParaRPr lang="en-US" sz="1173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198724" y="9383317"/>
            <a:ext cx="3526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73">
                <a:solidFill>
                  <a:schemeClr val="bg2"/>
                </a:solidFill>
              </a:rPr>
              <a:t>|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E5DBB5-BBD5-460C-B0E3-37FC45C93E68}"/>
              </a:ext>
            </a:extLst>
          </p:cNvPr>
          <p:cNvSpPr txBox="1">
            <a:spLocks/>
          </p:cNvSpPr>
          <p:nvPr/>
        </p:nvSpPr>
        <p:spPr>
          <a:xfrm>
            <a:off x="315546" y="9328381"/>
            <a:ext cx="2777818" cy="7300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defRPr sz="8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800" b="1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sz="1173"/>
              <a:t>Helen Scott  |  Qualifying Exam</a:t>
            </a:r>
          </a:p>
        </p:txBody>
      </p:sp>
    </p:spTree>
    <p:extLst>
      <p:ext uri="{BB962C8B-B14F-4D97-AF65-F5344CB8AC3E}">
        <p14:creationId xmlns:p14="http://schemas.microsoft.com/office/powerpoint/2010/main" val="2243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txStyles>
    <p:titleStyle>
      <a:lvl1pPr algn="l" defTabSz="1341150" rtl="0" eaLnBrk="1" latinLnBrk="0" hangingPunct="1">
        <a:lnSpc>
          <a:spcPct val="95000"/>
        </a:lnSpc>
        <a:spcBef>
          <a:spcPct val="0"/>
        </a:spcBef>
        <a:buNone/>
        <a:defRPr sz="6453" b="1" kern="1200" spc="-22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41150" rtl="0" eaLnBrk="1" latinLnBrk="0" hangingPunct="1">
        <a:lnSpc>
          <a:spcPct val="120000"/>
        </a:lnSpc>
        <a:spcBef>
          <a:spcPts val="880"/>
        </a:spcBef>
        <a:spcAft>
          <a:spcPts val="1760"/>
        </a:spcAft>
        <a:buFont typeface="Arial" panose="020B0604020202020204" pitchFamily="34" charset="0"/>
        <a:buChar char="​"/>
        <a:defRPr sz="22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41150" rtl="0" eaLnBrk="1" latinLnBrk="0" hangingPunct="1">
        <a:lnSpc>
          <a:spcPct val="100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​"/>
        <a:defRPr sz="22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41150" rtl="0" eaLnBrk="1" latinLnBrk="0" hangingPunct="1">
        <a:lnSpc>
          <a:spcPct val="110000"/>
        </a:lnSpc>
        <a:spcBef>
          <a:spcPts val="880"/>
        </a:spcBef>
        <a:spcAft>
          <a:spcPts val="0"/>
        </a:spcAft>
        <a:buFont typeface="Arial" panose="020B0604020202020204" pitchFamily="34" charset="0"/>
        <a:buChar char="​"/>
        <a:defRPr sz="1613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41150" rtl="0" eaLnBrk="1" latinLnBrk="0" hangingPunct="1">
        <a:lnSpc>
          <a:spcPct val="114000"/>
        </a:lnSpc>
        <a:spcBef>
          <a:spcPts val="880"/>
        </a:spcBef>
        <a:spcAft>
          <a:spcPts val="880"/>
        </a:spcAft>
        <a:buFont typeface="Arial" panose="020B0604020202020204" pitchFamily="34" charset="0"/>
        <a:buChar char="​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51466" indent="-251466" algn="l" defTabSz="1341150" rtl="0" eaLnBrk="1" latinLnBrk="0" hangingPunct="1">
        <a:lnSpc>
          <a:spcPct val="95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05261" indent="-253795" algn="l" defTabSz="1341150" rtl="0" eaLnBrk="1" latinLnBrk="0" hangingPunct="1">
        <a:lnSpc>
          <a:spcPct val="85000"/>
        </a:lnSpc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41150" rtl="0" eaLnBrk="1" latinLnBrk="0" hangingPunct="1">
        <a:spcBef>
          <a:spcPts val="880"/>
        </a:spcBef>
        <a:spcAft>
          <a:spcPts val="880"/>
        </a:spcAft>
        <a:buClr>
          <a:schemeClr val="bg2"/>
        </a:buClr>
        <a:buFont typeface="Arial" panose="020B0604020202020204" pitchFamily="34" charset="0"/>
        <a:buChar char="​"/>
        <a:defRPr sz="22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51466" indent="-251466" algn="l" defTabSz="1341150" rtl="0" eaLnBrk="1" latinLnBrk="0" hangingPunct="1"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05261" indent="-253795" algn="l" defTabSz="1341150" rtl="0" eaLnBrk="1" latinLnBrk="0" hangingPunct="1"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8" userDrawn="1">
          <p15:clr>
            <a:srgbClr val="F26B43"/>
          </p15:clr>
        </p15:guide>
        <p15:guide id="2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E104-2CC3-7805-943D-1ABA31B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501BD34C-8BCD-31C0-266E-34F48695D8EB}"/>
              </a:ext>
            </a:extLst>
          </p:cNvPr>
          <p:cNvSpPr/>
          <p:nvPr/>
        </p:nvSpPr>
        <p:spPr>
          <a:xfrm rot="3445246">
            <a:off x="2094727" y="179677"/>
            <a:ext cx="1895177" cy="1398734"/>
          </a:xfrm>
          <a:custGeom>
            <a:avLst/>
            <a:gdLst>
              <a:gd name="csX0" fmla="*/ 154913 w 1895177"/>
              <a:gd name="csY0" fmla="*/ 438690 h 1398734"/>
              <a:gd name="csX1" fmla="*/ 734369 w 1895177"/>
              <a:gd name="csY1" fmla="*/ 30704 h 1398734"/>
              <a:gd name="csX2" fmla="*/ 831638 w 1895177"/>
              <a:gd name="csY2" fmla="*/ 13142 h 1398734"/>
              <a:gd name="csX3" fmla="*/ 831643 w 1895177"/>
              <a:gd name="csY3" fmla="*/ 12585 h 1398734"/>
              <a:gd name="csX4" fmla="*/ 836293 w 1895177"/>
              <a:gd name="csY4" fmla="*/ 12301 h 1398734"/>
              <a:gd name="csX5" fmla="*/ 837602 w 1895177"/>
              <a:gd name="csY5" fmla="*/ 12065 h 1398734"/>
              <a:gd name="csX6" fmla="*/ 837621 w 1895177"/>
              <a:gd name="csY6" fmla="*/ 12220 h 1398734"/>
              <a:gd name="csX7" fmla="*/ 858842 w 1895177"/>
              <a:gd name="csY7" fmla="*/ 10922 h 1398734"/>
              <a:gd name="csX8" fmla="*/ 1131427 w 1895177"/>
              <a:gd name="csY8" fmla="*/ 186 h 1398734"/>
              <a:gd name="csX9" fmla="*/ 1212466 w 1895177"/>
              <a:gd name="csY9" fmla="*/ 6875 h 1398734"/>
              <a:gd name="csX10" fmla="*/ 1232086 w 1895177"/>
              <a:gd name="csY10" fmla="*/ 8630 h 1398734"/>
              <a:gd name="csX11" fmla="*/ 1232924 w 1895177"/>
              <a:gd name="csY11" fmla="*/ 10499 h 1398734"/>
              <a:gd name="csX12" fmla="*/ 1895177 w 1895177"/>
              <a:gd name="csY12" fmla="*/ 10499 h 1398734"/>
              <a:gd name="csX13" fmla="*/ 1895177 w 1895177"/>
              <a:gd name="csY13" fmla="*/ 273645 h 1398734"/>
              <a:gd name="csX14" fmla="*/ 1369799 w 1895177"/>
              <a:gd name="csY14" fmla="*/ 273645 h 1398734"/>
              <a:gd name="csX15" fmla="*/ 1133734 w 1895177"/>
              <a:gd name="csY15" fmla="*/ 279652 h 1398734"/>
              <a:gd name="csX16" fmla="*/ 904749 w 1895177"/>
              <a:gd name="csY16" fmla="*/ 288306 h 1398734"/>
              <a:gd name="csX17" fmla="*/ 851117 w 1895177"/>
              <a:gd name="csY17" fmla="*/ 306249 h 1398734"/>
              <a:gd name="csX18" fmla="*/ 807597 w 1895177"/>
              <a:gd name="csY18" fmla="*/ 313909 h 1398734"/>
              <a:gd name="csX19" fmla="*/ 424513 w 1895177"/>
              <a:gd name="csY19" fmla="*/ 563139 h 1398734"/>
              <a:gd name="csX20" fmla="*/ 301204 w 1895177"/>
              <a:gd name="csY20" fmla="*/ 1067877 h 1398734"/>
              <a:gd name="csX21" fmla="*/ 306204 w 1895177"/>
              <a:gd name="csY21" fmla="*/ 1064664 h 1398734"/>
              <a:gd name="csX22" fmla="*/ 275046 w 1895177"/>
              <a:gd name="csY22" fmla="*/ 1398734 h 1398734"/>
              <a:gd name="csX23" fmla="*/ 32520 w 1895177"/>
              <a:gd name="csY23" fmla="*/ 1240537 h 1398734"/>
              <a:gd name="csX24" fmla="*/ 40425 w 1895177"/>
              <a:gd name="csY24" fmla="*/ 1235457 h 1398734"/>
              <a:gd name="csX25" fmla="*/ 154913 w 1895177"/>
              <a:gd name="csY25" fmla="*/ 438690 h 1398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895177" h="1398734">
                <a:moveTo>
                  <a:pt x="154913" y="438690"/>
                </a:moveTo>
                <a:cubicBezTo>
                  <a:pt x="289320" y="232370"/>
                  <a:pt x="497335" y="87086"/>
                  <a:pt x="734369" y="30704"/>
                </a:cubicBezTo>
                <a:lnTo>
                  <a:pt x="831638" y="13142"/>
                </a:lnTo>
                <a:cubicBezTo>
                  <a:pt x="831640" y="12956"/>
                  <a:pt x="831641" y="12771"/>
                  <a:pt x="831643" y="12585"/>
                </a:cubicBezTo>
                <a:lnTo>
                  <a:pt x="836293" y="12301"/>
                </a:lnTo>
                <a:lnTo>
                  <a:pt x="837602" y="12065"/>
                </a:lnTo>
                <a:cubicBezTo>
                  <a:pt x="837608" y="12117"/>
                  <a:pt x="837615" y="12168"/>
                  <a:pt x="837621" y="12220"/>
                </a:cubicBezTo>
                <a:lnTo>
                  <a:pt x="858842" y="10922"/>
                </a:lnTo>
                <a:cubicBezTo>
                  <a:pt x="928949" y="6479"/>
                  <a:pt x="1042343" y="-1301"/>
                  <a:pt x="1131427" y="186"/>
                </a:cubicBezTo>
                <a:cubicBezTo>
                  <a:pt x="1157330" y="2047"/>
                  <a:pt x="1184711" y="4398"/>
                  <a:pt x="1212466" y="6875"/>
                </a:cubicBezTo>
                <a:lnTo>
                  <a:pt x="1232086" y="8630"/>
                </a:lnTo>
                <a:lnTo>
                  <a:pt x="1232924" y="10499"/>
                </a:lnTo>
                <a:lnTo>
                  <a:pt x="1895177" y="10499"/>
                </a:lnTo>
                <a:lnTo>
                  <a:pt x="1895177" y="273645"/>
                </a:lnTo>
                <a:lnTo>
                  <a:pt x="1369799" y="273645"/>
                </a:lnTo>
                <a:lnTo>
                  <a:pt x="1133734" y="279652"/>
                </a:lnTo>
                <a:lnTo>
                  <a:pt x="904749" y="288306"/>
                </a:lnTo>
                <a:lnTo>
                  <a:pt x="851117" y="306249"/>
                </a:lnTo>
                <a:lnTo>
                  <a:pt x="807597" y="313909"/>
                </a:lnTo>
                <a:cubicBezTo>
                  <a:pt x="655087" y="348809"/>
                  <a:pt x="519047" y="436731"/>
                  <a:pt x="424513" y="563139"/>
                </a:cubicBezTo>
                <a:cubicBezTo>
                  <a:pt x="316498" y="707573"/>
                  <a:pt x="271980" y="889804"/>
                  <a:pt x="301204" y="1067877"/>
                </a:cubicBezTo>
                <a:lnTo>
                  <a:pt x="306204" y="1064664"/>
                </a:lnTo>
                <a:lnTo>
                  <a:pt x="275046" y="1398734"/>
                </a:lnTo>
                <a:lnTo>
                  <a:pt x="32520" y="1240537"/>
                </a:lnTo>
                <a:lnTo>
                  <a:pt x="40425" y="1235457"/>
                </a:lnTo>
                <a:cubicBezTo>
                  <a:pt x="-40533" y="965888"/>
                  <a:pt x="1349" y="674420"/>
                  <a:pt x="154913" y="438690"/>
                </a:cubicBezTo>
                <a:close/>
              </a:path>
            </a:pathLst>
          </a:custGeom>
          <a:solidFill>
            <a:srgbClr val="25565A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1864C72-06B8-BFCC-607A-780724760CAD}"/>
              </a:ext>
            </a:extLst>
          </p:cNvPr>
          <p:cNvSpPr/>
          <p:nvPr/>
        </p:nvSpPr>
        <p:spPr>
          <a:xfrm rot="16200000">
            <a:off x="622755" y="-400807"/>
            <a:ext cx="156098" cy="118872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0B01733A-D893-9055-C5B5-EDB2ED443729}"/>
              </a:ext>
            </a:extLst>
          </p:cNvPr>
          <p:cNvSpPr/>
          <p:nvPr/>
        </p:nvSpPr>
        <p:spPr>
          <a:xfrm rot="16200000">
            <a:off x="5221759" y="-445819"/>
            <a:ext cx="156098" cy="128016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B5EBD823-CB2B-73C8-88B0-F08C9C58B27F}"/>
              </a:ext>
            </a:extLst>
          </p:cNvPr>
          <p:cNvSpPr/>
          <p:nvPr/>
        </p:nvSpPr>
        <p:spPr>
          <a:xfrm rot="10550342">
            <a:off x="3784946" y="1018391"/>
            <a:ext cx="1556812" cy="1037567"/>
          </a:xfrm>
          <a:custGeom>
            <a:avLst/>
            <a:gdLst>
              <a:gd name="csX0" fmla="*/ 2439956 w 2899237"/>
              <a:gd name="csY0" fmla="*/ 1932252 h 1932252"/>
              <a:gd name="csX1" fmla="*/ 2182161 w 2899237"/>
              <a:gd name="csY1" fmla="*/ 1422236 h 1932252"/>
              <a:gd name="csX2" fmla="*/ 2012489 w 2899237"/>
              <a:gd name="csY2" fmla="*/ 1162636 h 1932252"/>
              <a:gd name="csX3" fmla="*/ 1959650 w 2899237"/>
              <a:gd name="csY3" fmla="*/ 1084382 h 1932252"/>
              <a:gd name="csX4" fmla="*/ 1938412 w 2899237"/>
              <a:gd name="csY4" fmla="*/ 1087339 h 1932252"/>
              <a:gd name="csX5" fmla="*/ 1955248 w 2899237"/>
              <a:gd name="csY5" fmla="*/ 1077862 h 1932252"/>
              <a:gd name="csX6" fmla="*/ 1928786 w 2899237"/>
              <a:gd name="csY6" fmla="*/ 1038674 h 1932252"/>
              <a:gd name="csX7" fmla="*/ 1898987 w 2899237"/>
              <a:gd name="csY7" fmla="*/ 988617 h 1932252"/>
              <a:gd name="csX8" fmla="*/ 1889164 w 2899237"/>
              <a:gd name="csY8" fmla="*/ 975927 h 1932252"/>
              <a:gd name="csX9" fmla="*/ 290959 w 2899237"/>
              <a:gd name="csY9" fmla="*/ 736386 h 1932252"/>
              <a:gd name="csX10" fmla="*/ 0 w 2899237"/>
              <a:gd name="csY10" fmla="*/ 276025 h 1932252"/>
              <a:gd name="csX11" fmla="*/ 2216152 w 2899237"/>
              <a:gd name="csY11" fmla="*/ 527298 h 1932252"/>
              <a:gd name="csX12" fmla="*/ 2333318 w 2899237"/>
              <a:gd name="csY12" fmla="*/ 658264 h 1932252"/>
              <a:gd name="csX13" fmla="*/ 2337502 w 2899237"/>
              <a:gd name="csY13" fmla="*/ 655844 h 1932252"/>
              <a:gd name="csX14" fmla="*/ 2399987 w 2899237"/>
              <a:gd name="csY14" fmla="*/ 748060 h 1932252"/>
              <a:gd name="csX15" fmla="*/ 2412486 w 2899237"/>
              <a:gd name="csY15" fmla="*/ 766650 h 1932252"/>
              <a:gd name="csX16" fmla="*/ 2440309 w 2899237"/>
              <a:gd name="csY16" fmla="*/ 804814 h 1932252"/>
              <a:gd name="csX17" fmla="*/ 2466357 w 2899237"/>
              <a:gd name="csY17" fmla="*/ 790152 h 1932252"/>
              <a:gd name="csX18" fmla="*/ 2445706 w 2899237"/>
              <a:gd name="csY18" fmla="*/ 816064 h 1932252"/>
              <a:gd name="csX19" fmla="*/ 2479267 w 2899237"/>
              <a:gd name="csY19" fmla="*/ 865984 h 1932252"/>
              <a:gd name="csX20" fmla="*/ 2641089 w 2899237"/>
              <a:gd name="csY20" fmla="*/ 1124940 h 1932252"/>
              <a:gd name="csX21" fmla="*/ 2899237 w 2899237"/>
              <a:gd name="csY21" fmla="*/ 1645265 h 19322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99237" h="1932252">
                <a:moveTo>
                  <a:pt x="2439956" y="1932252"/>
                </a:moveTo>
                <a:cubicBezTo>
                  <a:pt x="2371515" y="1817205"/>
                  <a:pt x="2278160" y="1589314"/>
                  <a:pt x="2182161" y="1422236"/>
                </a:cubicBezTo>
                <a:cubicBezTo>
                  <a:pt x="2134162" y="1338697"/>
                  <a:pt x="2071563" y="1248437"/>
                  <a:pt x="2012489" y="1162636"/>
                </a:cubicBezTo>
                <a:lnTo>
                  <a:pt x="1959650" y="1084382"/>
                </a:lnTo>
                <a:lnTo>
                  <a:pt x="1938412" y="1087339"/>
                </a:lnTo>
                <a:lnTo>
                  <a:pt x="1955248" y="1077862"/>
                </a:lnTo>
                <a:lnTo>
                  <a:pt x="1928786" y="1038674"/>
                </a:lnTo>
                <a:lnTo>
                  <a:pt x="1898987" y="988617"/>
                </a:lnTo>
                <a:lnTo>
                  <a:pt x="1889164" y="975927"/>
                </a:lnTo>
                <a:cubicBezTo>
                  <a:pt x="1494405" y="514697"/>
                  <a:pt x="814058" y="405168"/>
                  <a:pt x="290959" y="736386"/>
                </a:cubicBezTo>
                <a:lnTo>
                  <a:pt x="0" y="276025"/>
                </a:lnTo>
                <a:cubicBezTo>
                  <a:pt x="718661" y="-178765"/>
                  <a:pt x="1640059" y="-55422"/>
                  <a:pt x="2216152" y="527298"/>
                </a:cubicBezTo>
                <a:lnTo>
                  <a:pt x="2333318" y="658264"/>
                </a:lnTo>
                <a:lnTo>
                  <a:pt x="2337502" y="655844"/>
                </a:lnTo>
                <a:cubicBezTo>
                  <a:pt x="2354222" y="680798"/>
                  <a:pt x="2375706" y="712286"/>
                  <a:pt x="2399987" y="748060"/>
                </a:cubicBezTo>
                <a:lnTo>
                  <a:pt x="2412486" y="766650"/>
                </a:lnTo>
                <a:lnTo>
                  <a:pt x="2440309" y="804814"/>
                </a:lnTo>
                <a:lnTo>
                  <a:pt x="2466357" y="790152"/>
                </a:lnTo>
                <a:lnTo>
                  <a:pt x="2445706" y="816064"/>
                </a:lnTo>
                <a:lnTo>
                  <a:pt x="2479267" y="865984"/>
                </a:lnTo>
                <a:cubicBezTo>
                  <a:pt x="2535101" y="950168"/>
                  <a:pt x="2594277" y="1042489"/>
                  <a:pt x="2641089" y="1124940"/>
                </a:cubicBezTo>
                <a:cubicBezTo>
                  <a:pt x="2727198" y="1298168"/>
                  <a:pt x="2823134" y="1516765"/>
                  <a:pt x="2899237" y="1645265"/>
                </a:cubicBezTo>
                <a:close/>
              </a:path>
            </a:pathLst>
          </a:custGeom>
          <a:solidFill>
            <a:srgbClr val="89362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Circular Arrow 18">
            <a:extLst>
              <a:ext uri="{FF2B5EF4-FFF2-40B4-BE49-F238E27FC236}">
                <a16:creationId xmlns:a16="http://schemas.microsoft.com/office/drawing/2014/main" id="{28A97E00-93B8-B4C8-6527-E1628C81C6CF}"/>
              </a:ext>
            </a:extLst>
          </p:cNvPr>
          <p:cNvSpPr/>
          <p:nvPr/>
        </p:nvSpPr>
        <p:spPr>
          <a:xfrm rot="6227262">
            <a:off x="3922316" y="69110"/>
            <a:ext cx="1944771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2438665"/>
              <a:gd name="adj5" fmla="val 8364"/>
            </a:avLst>
          </a:prstGeom>
          <a:solidFill>
            <a:srgbClr val="A44E3C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0A7E5FA9-A1D6-D853-80DF-BEDC38DE5B75}"/>
              </a:ext>
            </a:extLst>
          </p:cNvPr>
          <p:cNvSpPr/>
          <p:nvPr/>
        </p:nvSpPr>
        <p:spPr>
          <a:xfrm rot="7442250" flipH="1">
            <a:off x="3856725" y="131699"/>
            <a:ext cx="1733845" cy="1374108"/>
          </a:xfrm>
          <a:custGeom>
            <a:avLst/>
            <a:gdLst>
              <a:gd name="csX0" fmla="*/ 2915225 w 3228928"/>
              <a:gd name="csY0" fmla="*/ 1792995 h 2558989"/>
              <a:gd name="csX1" fmla="*/ 3166129 w 3228928"/>
              <a:gd name="csY1" fmla="*/ 315091 h 2558989"/>
              <a:gd name="csX2" fmla="*/ 3181085 w 3228928"/>
              <a:gd name="csY2" fmla="*/ 306009 h 2558989"/>
              <a:gd name="csX3" fmla="*/ 2737077 w 3228928"/>
              <a:gd name="csY3" fmla="*/ 0 h 2558989"/>
              <a:gd name="csX4" fmla="*/ 2663236 w 3228928"/>
              <a:gd name="csY4" fmla="*/ 620457 h 2558989"/>
              <a:gd name="csX5" fmla="*/ 2672696 w 3228928"/>
              <a:gd name="csY5" fmla="*/ 614712 h 2558989"/>
              <a:gd name="csX6" fmla="*/ 2419214 w 3228928"/>
              <a:gd name="csY6" fmla="*/ 1548532 h 2558989"/>
              <a:gd name="csX7" fmla="*/ 1694218 w 3228928"/>
              <a:gd name="csY7" fmla="*/ 1994367 h 2558989"/>
              <a:gd name="csX8" fmla="*/ 1652435 w 3228928"/>
              <a:gd name="csY8" fmla="*/ 2000629 h 2558989"/>
              <a:gd name="csX9" fmla="*/ 1572718 w 3228928"/>
              <a:gd name="csY9" fmla="*/ 1998011 h 2558989"/>
              <a:gd name="csX10" fmla="*/ 816852 w 3228928"/>
              <a:gd name="csY10" fmla="*/ 2009712 h 2558989"/>
              <a:gd name="csX11" fmla="*/ 0 w 3228928"/>
              <a:gd name="csY11" fmla="*/ 1958070 h 2558989"/>
              <a:gd name="csX12" fmla="*/ 0 w 3228928"/>
              <a:gd name="csY12" fmla="*/ 2499643 h 2558989"/>
              <a:gd name="csX13" fmla="*/ 829668 w 3228928"/>
              <a:gd name="csY13" fmla="*/ 2556447 h 2558989"/>
              <a:gd name="csX14" fmla="*/ 1558753 w 3228928"/>
              <a:gd name="csY14" fmla="*/ 2549379 h 2558989"/>
              <a:gd name="csX15" fmla="*/ 1623347 w 3228928"/>
              <a:gd name="csY15" fmla="*/ 2547774 h 2558989"/>
              <a:gd name="csX16" fmla="*/ 1624053 w 3228928"/>
              <a:gd name="csY16" fmla="*/ 2554883 h 2558989"/>
              <a:gd name="csX17" fmla="*/ 2915225 w 3228928"/>
              <a:gd name="csY17" fmla="*/ 1792995 h 25589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228928" h="2558989">
                <a:moveTo>
                  <a:pt x="2915225" y="1792995"/>
                </a:moveTo>
                <a:cubicBezTo>
                  <a:pt x="3212287" y="1361418"/>
                  <a:pt x="3304070" y="820782"/>
                  <a:pt x="3166129" y="315091"/>
                </a:cubicBezTo>
                <a:lnTo>
                  <a:pt x="3181085" y="306009"/>
                </a:lnTo>
                <a:lnTo>
                  <a:pt x="2737077" y="0"/>
                </a:lnTo>
                <a:lnTo>
                  <a:pt x="2663236" y="620457"/>
                </a:lnTo>
                <a:lnTo>
                  <a:pt x="2672696" y="614712"/>
                </a:lnTo>
                <a:cubicBezTo>
                  <a:pt x="2718664" y="947614"/>
                  <a:pt x="2627148" y="1284761"/>
                  <a:pt x="2419214" y="1548532"/>
                </a:cubicBezTo>
                <a:cubicBezTo>
                  <a:pt x="2237229" y="1779386"/>
                  <a:pt x="1979798" y="1936622"/>
                  <a:pt x="1694218" y="1994367"/>
                </a:cubicBezTo>
                <a:lnTo>
                  <a:pt x="1652435" y="2000629"/>
                </a:lnTo>
                <a:lnTo>
                  <a:pt x="1572718" y="1998011"/>
                </a:lnTo>
                <a:cubicBezTo>
                  <a:pt x="1359568" y="1995172"/>
                  <a:pt x="1058683" y="2015946"/>
                  <a:pt x="816852" y="2009712"/>
                </a:cubicBezTo>
                <a:cubicBezTo>
                  <a:pt x="540474" y="2002587"/>
                  <a:pt x="192087" y="1960994"/>
                  <a:pt x="0" y="1958070"/>
                </a:cubicBezTo>
                <a:lnTo>
                  <a:pt x="0" y="2499643"/>
                </a:lnTo>
                <a:cubicBezTo>
                  <a:pt x="214289" y="2503198"/>
                  <a:pt x="553327" y="2537677"/>
                  <a:pt x="829668" y="2556447"/>
                </a:cubicBezTo>
                <a:cubicBezTo>
                  <a:pt x="1067602" y="2563436"/>
                  <a:pt x="1371122" y="2554328"/>
                  <a:pt x="1558753" y="2549379"/>
                </a:cubicBezTo>
                <a:lnTo>
                  <a:pt x="1623347" y="2547774"/>
                </a:lnTo>
                <a:lnTo>
                  <a:pt x="1624053" y="2554883"/>
                </a:lnTo>
                <a:cubicBezTo>
                  <a:pt x="2145730" y="2503415"/>
                  <a:pt x="2618081" y="2224692"/>
                  <a:pt x="2915225" y="1792995"/>
                </a:cubicBezTo>
                <a:close/>
              </a:path>
            </a:pathLst>
          </a:custGeom>
          <a:solidFill>
            <a:srgbClr val="C36957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C5B0E19-F961-8181-2B6C-953A281AC419}"/>
              </a:ext>
            </a:extLst>
          </p:cNvPr>
          <p:cNvSpPr/>
          <p:nvPr/>
        </p:nvSpPr>
        <p:spPr>
          <a:xfrm rot="18227653">
            <a:off x="2472857" y="995187"/>
            <a:ext cx="1542859" cy="1006625"/>
          </a:xfrm>
          <a:custGeom>
            <a:avLst/>
            <a:gdLst>
              <a:gd name="csX0" fmla="*/ 2873253 w 2873253"/>
              <a:gd name="csY0" fmla="*/ 1567425 h 1874628"/>
              <a:gd name="csX1" fmla="*/ 2602467 w 2873253"/>
              <a:gd name="csY1" fmla="*/ 1838211 h 1874628"/>
              <a:gd name="csX2" fmla="*/ 1698669 w 2873253"/>
              <a:gd name="csY2" fmla="*/ 1838211 h 1874628"/>
              <a:gd name="csX3" fmla="*/ 1684470 w 2873253"/>
              <a:gd name="csY3" fmla="*/ 1874628 h 1874628"/>
              <a:gd name="csX4" fmla="*/ 1684068 w 2873253"/>
              <a:gd name="csY4" fmla="*/ 1844740 h 1874628"/>
              <a:gd name="csX5" fmla="*/ 1621419 w 2873253"/>
              <a:gd name="csY5" fmla="*/ 1838211 h 1874628"/>
              <a:gd name="csX6" fmla="*/ 1618364 w 2873253"/>
              <a:gd name="csY6" fmla="*/ 1838211 h 1874628"/>
              <a:gd name="csX7" fmla="*/ 1618364 w 2873253"/>
              <a:gd name="csY7" fmla="*/ 1837893 h 1874628"/>
              <a:gd name="csX8" fmla="*/ 1504778 w 2873253"/>
              <a:gd name="csY8" fmla="*/ 1826055 h 1874628"/>
              <a:gd name="csX9" fmla="*/ 1314 w 2873253"/>
              <a:gd name="csY9" fmla="*/ 0 h 1874628"/>
              <a:gd name="csX10" fmla="*/ 545531 w 2873253"/>
              <a:gd name="csY10" fmla="*/ 20426 h 1874628"/>
              <a:gd name="csX11" fmla="*/ 1555265 w 2873253"/>
              <a:gd name="csY11" fmla="*/ 1282201 h 1874628"/>
              <a:gd name="csX12" fmla="*/ 1663502 w 2873253"/>
              <a:gd name="csY12" fmla="*/ 1296638 h 1874628"/>
              <a:gd name="csX13" fmla="*/ 1676715 w 2873253"/>
              <a:gd name="csY13" fmla="*/ 1296638 h 1874628"/>
              <a:gd name="csX14" fmla="*/ 1676342 w 2873253"/>
              <a:gd name="csY14" fmla="*/ 1268840 h 1874628"/>
              <a:gd name="csX15" fmla="*/ 1687696 w 2873253"/>
              <a:gd name="csY15" fmla="*/ 1296638 h 1874628"/>
              <a:gd name="csX16" fmla="*/ 2602467 w 2873253"/>
              <a:gd name="csY16" fmla="*/ 1296638 h 1874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873253" h="1874628">
                <a:moveTo>
                  <a:pt x="2873253" y="1567425"/>
                </a:moveTo>
                <a:lnTo>
                  <a:pt x="2602467" y="1838211"/>
                </a:lnTo>
                <a:lnTo>
                  <a:pt x="1698669" y="1838211"/>
                </a:lnTo>
                <a:lnTo>
                  <a:pt x="1684470" y="1874628"/>
                </a:lnTo>
                <a:lnTo>
                  <a:pt x="1684068" y="1844740"/>
                </a:lnTo>
                <a:lnTo>
                  <a:pt x="1621419" y="1838211"/>
                </a:lnTo>
                <a:lnTo>
                  <a:pt x="1618364" y="1838211"/>
                </a:lnTo>
                <a:lnTo>
                  <a:pt x="1618364" y="1837893"/>
                </a:lnTo>
                <a:lnTo>
                  <a:pt x="1504778" y="1826055"/>
                </a:lnTo>
                <a:cubicBezTo>
                  <a:pt x="622706" y="1689100"/>
                  <a:pt x="-33386" y="910562"/>
                  <a:pt x="1314" y="0"/>
                </a:cubicBezTo>
                <a:lnTo>
                  <a:pt x="545531" y="20426"/>
                </a:lnTo>
                <a:cubicBezTo>
                  <a:pt x="521797" y="639113"/>
                  <a:pt x="958170" y="1172449"/>
                  <a:pt x="1555265" y="1282201"/>
                </a:cubicBezTo>
                <a:lnTo>
                  <a:pt x="1663502" y="1296638"/>
                </a:lnTo>
                <a:lnTo>
                  <a:pt x="1676715" y="1296638"/>
                </a:lnTo>
                <a:lnTo>
                  <a:pt x="1676342" y="1268840"/>
                </a:lnTo>
                <a:lnTo>
                  <a:pt x="1687696" y="1296638"/>
                </a:lnTo>
                <a:lnTo>
                  <a:pt x="2602467" y="1296638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Circular Arrow 11">
            <a:extLst>
              <a:ext uri="{FF2B5EF4-FFF2-40B4-BE49-F238E27FC236}">
                <a16:creationId xmlns:a16="http://schemas.microsoft.com/office/drawing/2014/main" id="{BD5A5E43-4DAB-B68D-4F86-3E2883B567F4}"/>
              </a:ext>
            </a:extLst>
          </p:cNvPr>
          <p:cNvSpPr/>
          <p:nvPr/>
        </p:nvSpPr>
        <p:spPr>
          <a:xfrm rot="15367171" flipH="1">
            <a:off x="1855053" y="52032"/>
            <a:ext cx="1944771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2438665"/>
              <a:gd name="adj5" fmla="val 8364"/>
            </a:avLst>
          </a:prstGeom>
          <a:solidFill>
            <a:srgbClr val="3E6D6F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85F63C-A6EE-EB44-F6F7-1E68E0C0D0A4}"/>
              </a:ext>
            </a:extLst>
          </p:cNvPr>
          <p:cNvSpPr txBox="1"/>
          <p:nvPr/>
        </p:nvSpPr>
        <p:spPr>
          <a:xfrm>
            <a:off x="2422194" y="268042"/>
            <a:ext cx="780703" cy="280955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Curate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666353-C0BB-6434-CCE1-8DE8B0A89F18}"/>
              </a:ext>
            </a:extLst>
          </p:cNvPr>
          <p:cNvSpPr txBox="1"/>
          <p:nvPr/>
        </p:nvSpPr>
        <p:spPr>
          <a:xfrm rot="19884644">
            <a:off x="2894533" y="1544090"/>
            <a:ext cx="844534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Report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BB75EF-A292-9FC1-3338-2DA4A0949934}"/>
              </a:ext>
            </a:extLst>
          </p:cNvPr>
          <p:cNvSpPr txBox="1"/>
          <p:nvPr/>
        </p:nvSpPr>
        <p:spPr>
          <a:xfrm rot="3674562">
            <a:off x="1768561" y="1172690"/>
            <a:ext cx="780703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Test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952BC8-D5B9-50B8-B826-4F7EE4101A0F}"/>
              </a:ext>
            </a:extLst>
          </p:cNvPr>
          <p:cNvSpPr txBox="1"/>
          <p:nvPr/>
        </p:nvSpPr>
        <p:spPr>
          <a:xfrm>
            <a:off x="4512291" y="287256"/>
            <a:ext cx="781751" cy="280955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Release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D3E837-AD06-9DE5-5344-377C02A77B3E}"/>
              </a:ext>
            </a:extLst>
          </p:cNvPr>
          <p:cNvSpPr txBox="1"/>
          <p:nvPr/>
        </p:nvSpPr>
        <p:spPr>
          <a:xfrm rot="17849146">
            <a:off x="5109559" y="1124489"/>
            <a:ext cx="780703" cy="376639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Run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E710AA-350E-63FF-BF4D-696378FD74B2}"/>
              </a:ext>
            </a:extLst>
          </p:cNvPr>
          <p:cNvSpPr txBox="1"/>
          <p:nvPr/>
        </p:nvSpPr>
        <p:spPr>
          <a:xfrm rot="2254161">
            <a:off x="3941159" y="1474602"/>
            <a:ext cx="842865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Monitor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CE2568-96DE-23F9-5494-077B1543B649}"/>
              </a:ext>
            </a:extLst>
          </p:cNvPr>
          <p:cNvSpPr txBox="1"/>
          <p:nvPr/>
        </p:nvSpPr>
        <p:spPr>
          <a:xfrm>
            <a:off x="5847132" y="39665"/>
            <a:ext cx="1627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Current Release</a:t>
            </a:r>
          </a:p>
        </p:txBody>
      </p:sp>
    </p:spTree>
    <p:extLst>
      <p:ext uri="{BB962C8B-B14F-4D97-AF65-F5344CB8AC3E}">
        <p14:creationId xmlns:p14="http://schemas.microsoft.com/office/powerpoint/2010/main" val="174464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D16-9341-EE7F-1E54-05F8E7B8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43439"/>
      </p:ext>
    </p:extLst>
  </p:cSld>
  <p:clrMapOvr>
    <a:masterClrMapping/>
  </p:clrMapOvr>
</p:sld>
</file>

<file path=ppt/theme/theme1.xml><?xml version="1.0" encoding="utf-8"?>
<a:theme xmlns:a="http://schemas.openxmlformats.org/drawingml/2006/main" name="PhD Theme">
  <a:themeElements>
    <a:clrScheme name="Custom 6">
      <a:dk1>
        <a:srgbClr val="000000"/>
      </a:dk1>
      <a:lt1>
        <a:srgbClr val="FFFFFF"/>
      </a:lt1>
      <a:dk2>
        <a:srgbClr val="C9BC9B"/>
      </a:dk2>
      <a:lt2>
        <a:srgbClr val="FBF9EA"/>
      </a:lt2>
      <a:accent1>
        <a:srgbClr val="5B8C8F"/>
      </a:accent1>
      <a:accent2>
        <a:srgbClr val="BBD5E9"/>
      </a:accent2>
      <a:accent3>
        <a:srgbClr val="E57E66"/>
      </a:accent3>
      <a:accent4>
        <a:srgbClr val="893624"/>
      </a:accent4>
      <a:accent5>
        <a:srgbClr val="7E9B6B"/>
      </a:accent5>
      <a:accent6>
        <a:srgbClr val="CBE8B9"/>
      </a:accent6>
      <a:hlink>
        <a:srgbClr val="EBB309"/>
      </a:hlink>
      <a:folHlink>
        <a:srgbClr val="FEFFFF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D Theme" id="{5A98FAA6-1DCB-BD4C-AAD3-9A3DA79A3930}" vid="{19A5F929-E5D6-E348-A688-44E5335700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 Theme</Template>
  <TotalTime>163</TotalTime>
  <Words>9</Words>
  <Application>Microsoft Macintosh PowerPoint</Application>
  <PresentationFormat>Custom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Corbel</vt:lpstr>
      <vt:lpstr>Microsoft New Tai Lue</vt:lpstr>
      <vt:lpstr>Source Sans Pro</vt:lpstr>
      <vt:lpstr>PhD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Scott</dc:creator>
  <cp:lastModifiedBy>Helen Scott</cp:lastModifiedBy>
  <cp:revision>7</cp:revision>
  <dcterms:created xsi:type="dcterms:W3CDTF">2026-09-16T14:17:37Z</dcterms:created>
  <dcterms:modified xsi:type="dcterms:W3CDTF">2026-09-18T17:04:24Z</dcterms:modified>
</cp:coreProperties>
</file>