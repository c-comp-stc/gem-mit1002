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82" r:id="rId2"/>
  </p:sldIdLst>
  <p:sldSz cx="7772400" cy="10058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9"/>
    <p:restoredTop sz="94659"/>
  </p:normalViewPr>
  <p:slideViewPr>
    <p:cSldViewPr snapToGrid="0">
      <p:cViewPr varScale="1">
        <p:scale>
          <a:sx n="97" d="100"/>
          <a:sy n="97" d="100"/>
        </p:scale>
        <p:origin x="42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F1E524-6E79-CF4B-9E85-0A88F03DEB7C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C233B3-8355-2C4A-9930-127678E91B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335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D44131-5ABB-A944-8E26-DE05003D168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059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88620" y="526424"/>
            <a:ext cx="4136872" cy="4022024"/>
          </a:xfrm>
        </p:spPr>
        <p:txBody>
          <a:bodyPr/>
          <a:lstStyle>
            <a:lvl1pPr>
              <a:lnSpc>
                <a:spcPct val="90000"/>
              </a:lnSpc>
              <a:defRPr sz="9680" kern="100" cap="all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</a:t>
            </a:r>
            <a:r>
              <a:rPr lang="en-US" err="1"/>
              <a:t>slidedoc</a:t>
            </a:r>
            <a:r>
              <a:rPr lang="en-US"/>
              <a:t> title</a:t>
            </a:r>
          </a:p>
        </p:txBody>
      </p:sp>
      <p:sp>
        <p:nvSpPr>
          <p:cNvPr id="60" name="Text Placeholder 59"/>
          <p:cNvSpPr>
            <a:spLocks noGrp="1"/>
          </p:cNvSpPr>
          <p:nvPr>
            <p:ph type="body" sz="quarter" idx="10"/>
          </p:nvPr>
        </p:nvSpPr>
        <p:spPr>
          <a:xfrm>
            <a:off x="388621" y="5128533"/>
            <a:ext cx="1272461" cy="3684977"/>
          </a:xfrm>
        </p:spPr>
        <p:txBody>
          <a:bodyPr anchor="b"/>
          <a:lstStyle>
            <a:lvl1pPr>
              <a:lnSpc>
                <a:spcPct val="100000"/>
              </a:lnSpc>
              <a:defRPr sz="1907">
                <a:solidFill>
                  <a:schemeClr val="tx2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2" name="Straight Connector 61"/>
          <p:cNvCxnSpPr/>
          <p:nvPr/>
        </p:nvCxnSpPr>
        <p:spPr>
          <a:xfrm>
            <a:off x="388621" y="9061873"/>
            <a:ext cx="1272616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 Placeholder 59"/>
          <p:cNvSpPr>
            <a:spLocks noGrp="1"/>
          </p:cNvSpPr>
          <p:nvPr>
            <p:ph type="body" sz="quarter" idx="11"/>
          </p:nvPr>
        </p:nvSpPr>
        <p:spPr>
          <a:xfrm>
            <a:off x="4682943" y="7599679"/>
            <a:ext cx="1272461" cy="1499448"/>
          </a:xfrm>
        </p:spPr>
        <p:txBody>
          <a:bodyPr anchor="b"/>
          <a:lstStyle>
            <a:lvl1pPr algn="r">
              <a:lnSpc>
                <a:spcPct val="100000"/>
              </a:lnSpc>
              <a:defRPr sz="1907" b="1">
                <a:solidFill>
                  <a:schemeClr val="bg1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59"/>
          <p:cNvSpPr>
            <a:spLocks noGrp="1"/>
          </p:cNvSpPr>
          <p:nvPr>
            <p:ph type="body" sz="quarter" idx="12"/>
          </p:nvPr>
        </p:nvSpPr>
        <p:spPr>
          <a:xfrm>
            <a:off x="6111320" y="7599679"/>
            <a:ext cx="1272461" cy="1499448"/>
          </a:xfrm>
        </p:spPr>
        <p:txBody>
          <a:bodyPr anchor="b"/>
          <a:lstStyle>
            <a:lvl1pPr algn="r">
              <a:lnSpc>
                <a:spcPct val="100000"/>
              </a:lnSpc>
              <a:defRPr sz="1907" b="1">
                <a:solidFill>
                  <a:schemeClr val="bg1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70219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620" y="1005840"/>
            <a:ext cx="2704744" cy="180110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0" hasCustomPrompt="1"/>
          </p:nvPr>
        </p:nvSpPr>
        <p:spPr>
          <a:xfrm>
            <a:off x="388621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37" name="Text Placeholder 36"/>
          <p:cNvSpPr>
            <a:spLocks noGrp="1"/>
          </p:cNvSpPr>
          <p:nvPr>
            <p:ph type="body" sz="quarter" idx="11"/>
          </p:nvPr>
        </p:nvSpPr>
        <p:spPr>
          <a:xfrm>
            <a:off x="3254692" y="1005840"/>
            <a:ext cx="4129088" cy="18011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Text Placeholder 33"/>
          <p:cNvSpPr>
            <a:spLocks noGrp="1"/>
          </p:cNvSpPr>
          <p:nvPr>
            <p:ph type="body" sz="quarter" idx="12" hasCustomPrompt="1"/>
          </p:nvPr>
        </p:nvSpPr>
        <p:spPr>
          <a:xfrm>
            <a:off x="1819296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0" name="Text Placeholder 33"/>
          <p:cNvSpPr>
            <a:spLocks noGrp="1"/>
          </p:cNvSpPr>
          <p:nvPr>
            <p:ph type="body" sz="quarter" idx="13" hasCustomPrompt="1"/>
          </p:nvPr>
        </p:nvSpPr>
        <p:spPr>
          <a:xfrm>
            <a:off x="3249971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2" name="Text Placeholder 33"/>
          <p:cNvSpPr>
            <a:spLocks noGrp="1"/>
          </p:cNvSpPr>
          <p:nvPr>
            <p:ph type="body" sz="quarter" idx="14" hasCustomPrompt="1"/>
          </p:nvPr>
        </p:nvSpPr>
        <p:spPr>
          <a:xfrm>
            <a:off x="4680646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4" name="Text Placeholder 33"/>
          <p:cNvSpPr>
            <a:spLocks noGrp="1"/>
          </p:cNvSpPr>
          <p:nvPr>
            <p:ph type="body" sz="quarter" idx="15" hasCustomPrompt="1"/>
          </p:nvPr>
        </p:nvSpPr>
        <p:spPr>
          <a:xfrm>
            <a:off x="6111320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5" name="Text Placeholder 33"/>
          <p:cNvSpPr>
            <a:spLocks noGrp="1"/>
          </p:cNvSpPr>
          <p:nvPr>
            <p:ph type="body" sz="quarter" idx="21" hasCustomPrompt="1"/>
          </p:nvPr>
        </p:nvSpPr>
        <p:spPr>
          <a:xfrm>
            <a:off x="388621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6" name="Text Placeholder 33"/>
          <p:cNvSpPr>
            <a:spLocks noGrp="1"/>
          </p:cNvSpPr>
          <p:nvPr>
            <p:ph type="body" sz="quarter" idx="22" hasCustomPrompt="1"/>
          </p:nvPr>
        </p:nvSpPr>
        <p:spPr>
          <a:xfrm>
            <a:off x="1819296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7" name="Text Placeholder 33"/>
          <p:cNvSpPr>
            <a:spLocks noGrp="1"/>
          </p:cNvSpPr>
          <p:nvPr>
            <p:ph type="body" sz="quarter" idx="23" hasCustomPrompt="1"/>
          </p:nvPr>
        </p:nvSpPr>
        <p:spPr>
          <a:xfrm>
            <a:off x="3249971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8" name="Text Placeholder 33"/>
          <p:cNvSpPr>
            <a:spLocks noGrp="1"/>
          </p:cNvSpPr>
          <p:nvPr>
            <p:ph type="body" sz="quarter" idx="24" hasCustomPrompt="1"/>
          </p:nvPr>
        </p:nvSpPr>
        <p:spPr>
          <a:xfrm>
            <a:off x="4680646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9" name="Text Placeholder 33"/>
          <p:cNvSpPr>
            <a:spLocks noGrp="1"/>
          </p:cNvSpPr>
          <p:nvPr>
            <p:ph type="body" sz="quarter" idx="25" hasCustomPrompt="1"/>
          </p:nvPr>
        </p:nvSpPr>
        <p:spPr>
          <a:xfrm>
            <a:off x="6111320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1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388621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2" name="Text Placeholder 33"/>
          <p:cNvSpPr>
            <a:spLocks noGrp="1"/>
          </p:cNvSpPr>
          <p:nvPr>
            <p:ph type="body" sz="quarter" idx="32" hasCustomPrompt="1"/>
          </p:nvPr>
        </p:nvSpPr>
        <p:spPr>
          <a:xfrm>
            <a:off x="1819296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3" name="Text Placeholder 33"/>
          <p:cNvSpPr>
            <a:spLocks noGrp="1"/>
          </p:cNvSpPr>
          <p:nvPr>
            <p:ph type="body" sz="quarter" idx="33" hasCustomPrompt="1"/>
          </p:nvPr>
        </p:nvSpPr>
        <p:spPr>
          <a:xfrm>
            <a:off x="3249971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4" name="Text Placeholder 33"/>
          <p:cNvSpPr>
            <a:spLocks noGrp="1"/>
          </p:cNvSpPr>
          <p:nvPr>
            <p:ph type="body" sz="quarter" idx="34" hasCustomPrompt="1"/>
          </p:nvPr>
        </p:nvSpPr>
        <p:spPr>
          <a:xfrm>
            <a:off x="4680646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5" name="Text Placeholder 33"/>
          <p:cNvSpPr>
            <a:spLocks noGrp="1"/>
          </p:cNvSpPr>
          <p:nvPr>
            <p:ph type="body" sz="quarter" idx="35" hasCustomPrompt="1"/>
          </p:nvPr>
        </p:nvSpPr>
        <p:spPr>
          <a:xfrm>
            <a:off x="6111320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6" name="Text Placeholder 33"/>
          <p:cNvSpPr>
            <a:spLocks noGrp="1"/>
          </p:cNvSpPr>
          <p:nvPr>
            <p:ph type="body" sz="quarter" idx="36" hasCustomPrompt="1"/>
          </p:nvPr>
        </p:nvSpPr>
        <p:spPr>
          <a:xfrm>
            <a:off x="388621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7" name="Text Placeholder 33"/>
          <p:cNvSpPr>
            <a:spLocks noGrp="1"/>
          </p:cNvSpPr>
          <p:nvPr>
            <p:ph type="body" sz="quarter" idx="37" hasCustomPrompt="1"/>
          </p:nvPr>
        </p:nvSpPr>
        <p:spPr>
          <a:xfrm>
            <a:off x="1819296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8" name="Text Placeholder 33"/>
          <p:cNvSpPr>
            <a:spLocks noGrp="1"/>
          </p:cNvSpPr>
          <p:nvPr>
            <p:ph type="body" sz="quarter" idx="38" hasCustomPrompt="1"/>
          </p:nvPr>
        </p:nvSpPr>
        <p:spPr>
          <a:xfrm>
            <a:off x="3249971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9" name="Text Placeholder 33"/>
          <p:cNvSpPr>
            <a:spLocks noGrp="1"/>
          </p:cNvSpPr>
          <p:nvPr>
            <p:ph type="body" sz="quarter" idx="39" hasCustomPrompt="1"/>
          </p:nvPr>
        </p:nvSpPr>
        <p:spPr>
          <a:xfrm>
            <a:off x="4680646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80" name="Text Placeholder 33"/>
          <p:cNvSpPr>
            <a:spLocks noGrp="1"/>
          </p:cNvSpPr>
          <p:nvPr>
            <p:ph type="body" sz="quarter" idx="40" hasCustomPrompt="1"/>
          </p:nvPr>
        </p:nvSpPr>
        <p:spPr>
          <a:xfrm>
            <a:off x="6111320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</p:spTree>
    <p:extLst>
      <p:ext uri="{BB962C8B-B14F-4D97-AF65-F5344CB8AC3E}">
        <p14:creationId xmlns:p14="http://schemas.microsoft.com/office/powerpoint/2010/main" val="1569091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785183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+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3"/>
          </p:nvPr>
        </p:nvSpPr>
        <p:spPr>
          <a:xfrm>
            <a:off x="1106073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613985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4130333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3448" y="9397153"/>
            <a:ext cx="358059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635427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53448" y="1005840"/>
            <a:ext cx="1973492" cy="8056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6" name="Content Placeholder 2"/>
          <p:cNvSpPr>
            <a:spLocks noGrp="1"/>
          </p:cNvSpPr>
          <p:nvPr>
            <p:ph idx="10"/>
          </p:nvPr>
        </p:nvSpPr>
        <p:spPr>
          <a:xfrm>
            <a:off x="5400822" y="1005840"/>
            <a:ext cx="1982958" cy="8056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254704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0"/>
          </p:nvPr>
        </p:nvSpPr>
        <p:spPr>
          <a:xfrm>
            <a:off x="5400822" y="5029200"/>
            <a:ext cx="1982958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3900649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0"/>
          </p:nvPr>
        </p:nvSpPr>
        <p:spPr>
          <a:xfrm>
            <a:off x="5400822" y="5029200"/>
            <a:ext cx="1982958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1"/>
          </p:nvPr>
        </p:nvSpPr>
        <p:spPr>
          <a:xfrm>
            <a:off x="1106073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3524464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424226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08505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620" y="5643882"/>
            <a:ext cx="3594735" cy="6218369"/>
          </a:xfrm>
        </p:spPr>
        <p:txBody>
          <a:bodyPr>
            <a:spAutoFit/>
          </a:bodyPr>
          <a:lstStyle>
            <a:lvl1pPr>
              <a:defRPr sz="8507" kern="100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977672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0" y="0"/>
            <a:ext cx="7772400" cy="10058400"/>
            <a:chOff x="0" y="0"/>
            <a:chExt cx="9144000" cy="6858000"/>
          </a:xfrm>
        </p:grpSpPr>
        <p:cxnSp>
          <p:nvCxnSpPr>
            <p:cNvPr id="49" name="Straight Connector 48"/>
            <p:cNvCxnSpPr/>
            <p:nvPr/>
          </p:nvCxnSpPr>
          <p:spPr>
            <a:xfrm>
              <a:off x="45720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868680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>
              <a:off x="111372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/>
            <p:cNvCxnSpPr/>
            <p:nvPr/>
          </p:nvCxnSpPr>
          <p:spPr>
            <a:xfrm>
              <a:off x="130062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/>
            <p:cNvCxnSpPr/>
            <p:nvPr/>
          </p:nvCxnSpPr>
          <p:spPr>
            <a:xfrm>
              <a:off x="195439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/>
            <p:nvPr/>
          </p:nvCxnSpPr>
          <p:spPr>
            <a:xfrm>
              <a:off x="214305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>
              <a:off x="279682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>
              <a:off x="2990753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/>
            <p:nvPr/>
          </p:nvCxnSpPr>
          <p:spPr>
            <a:xfrm>
              <a:off x="363925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>
              <a:off x="382907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>
              <a:off x="4478749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>
              <a:off x="467033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/>
            <p:cNvCxnSpPr/>
            <p:nvPr/>
          </p:nvCxnSpPr>
          <p:spPr>
            <a:xfrm>
              <a:off x="532410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/>
            <p:cNvCxnSpPr/>
            <p:nvPr/>
          </p:nvCxnSpPr>
          <p:spPr>
            <a:xfrm>
              <a:off x="551276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/>
            <p:nvPr/>
          </p:nvCxnSpPr>
          <p:spPr>
            <a:xfrm>
              <a:off x="616653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>
              <a:off x="635519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700896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>
              <a:off x="719761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/>
            <p:nvPr/>
          </p:nvCxnSpPr>
          <p:spPr>
            <a:xfrm>
              <a:off x="785139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>
              <a:off x="8040049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0" y="4572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0" y="6858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/>
            <p:cNvCxnSpPr/>
            <p:nvPr/>
          </p:nvCxnSpPr>
          <p:spPr>
            <a:xfrm>
              <a:off x="0" y="617855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0" y="640715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/>
            <p:cNvCxnSpPr/>
            <p:nvPr/>
          </p:nvCxnSpPr>
          <p:spPr>
            <a:xfrm flipH="1">
              <a:off x="0" y="34290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39671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88620" y="5686349"/>
            <a:ext cx="3598621" cy="3728314"/>
          </a:xfrm>
        </p:spPr>
        <p:txBody>
          <a:bodyPr/>
          <a:lstStyle>
            <a:lvl1pPr>
              <a:lnSpc>
                <a:spcPct val="90000"/>
              </a:lnSpc>
              <a:defRPr sz="8507" kern="100" cap="none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</a:t>
            </a:r>
            <a:r>
              <a:rPr lang="en-US" err="1"/>
              <a:t>Slidedoc</a:t>
            </a:r>
            <a:r>
              <a:rPr lang="en-US"/>
              <a:t> Title</a:t>
            </a:r>
          </a:p>
        </p:txBody>
      </p:sp>
    </p:spTree>
    <p:extLst>
      <p:ext uri="{BB962C8B-B14F-4D97-AF65-F5344CB8AC3E}">
        <p14:creationId xmlns:p14="http://schemas.microsoft.com/office/powerpoint/2010/main" val="41124756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855C1-EDC8-3D45-8F6E-152AA6BBBAFA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B213-2EB3-0A40-9174-7A75736A5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30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66" y="278534"/>
            <a:ext cx="7233869" cy="118230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All Click To Edit Master Title </a:t>
            </a:r>
            <a:br>
              <a:rPr lang="en-US"/>
            </a:br>
            <a:r>
              <a:rPr lang="en-US"/>
              <a:t>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1754809"/>
            <a:ext cx="3616935" cy="727959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99434" y="9383317"/>
            <a:ext cx="184346" cy="180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fld id="{2385CB4A-7E96-44CA-B116-B71B544B697D}" type="slidenum">
              <a:rPr lang="en-US" sz="1173" smtClean="0">
                <a:solidFill>
                  <a:schemeClr val="bg2"/>
                </a:solidFill>
              </a:rPr>
              <a:pPr algn="r"/>
              <a:t>‹#›</a:t>
            </a:fld>
            <a:endParaRPr lang="en-US" sz="1173">
              <a:solidFill>
                <a:schemeClr val="bg2"/>
              </a:solidFill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7198724" y="9383317"/>
            <a:ext cx="35266" cy="180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1173">
                <a:solidFill>
                  <a:schemeClr val="bg2"/>
                </a:solidFill>
              </a:rPr>
              <a:t>|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DBE5DBB5-BBD5-460C-B0E3-37FC45C93E68}"/>
              </a:ext>
            </a:extLst>
          </p:cNvPr>
          <p:cNvSpPr txBox="1">
            <a:spLocks/>
          </p:cNvSpPr>
          <p:nvPr/>
        </p:nvSpPr>
        <p:spPr>
          <a:xfrm>
            <a:off x="315546" y="9328381"/>
            <a:ext cx="2777818" cy="73001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1200"/>
              </a:spcAft>
              <a:buFontTx/>
              <a:buNone/>
              <a:defRPr sz="800" b="0" i="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800" i="1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FontTx/>
              <a:buNone/>
              <a:defRPr sz="800" b="1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3pPr>
            <a:lvl4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600"/>
              </a:spcAft>
              <a:buFontTx/>
              <a:buNone/>
              <a:defRPr sz="800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4pPr>
            <a:lvl5pPr marL="0" indent="0" algn="l" defTabSz="914400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800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5pPr>
            <a:lvl6pPr marL="344488" indent="-173038" algn="l" defTabSz="914400" rtl="0" eaLnBrk="1" latinLnBrk="0" hangingPunct="1">
              <a:lnSpc>
                <a:spcPct val="85000"/>
              </a:lnSpc>
              <a:spcBef>
                <a:spcPct val="20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spcBef>
                <a:spcPts val="600"/>
              </a:spcBef>
              <a:spcAft>
                <a:spcPts val="600"/>
              </a:spcAft>
              <a:buClr>
                <a:schemeClr val="bg2"/>
              </a:buClr>
              <a:buFont typeface="Arial" panose="020B0604020202020204" pitchFamily="34" charset="0"/>
              <a:buChar char="​"/>
              <a:defRPr sz="1500" i="1" kern="1200" baseline="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7pPr>
            <a:lvl8pPr marL="171450" indent="-171450" algn="l" defTabSz="914400" rtl="0" eaLnBrk="1" latinLnBrk="0" hangingPunct="1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8pPr>
            <a:lvl9pPr marL="344488" indent="-173038" algn="l" defTabSz="914400" rtl="0" eaLnBrk="1" latinLnBrk="0" hangingPunct="1">
              <a:spcBef>
                <a:spcPct val="20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9pPr>
          </a:lstStyle>
          <a:p>
            <a:r>
              <a:rPr lang="en-US" sz="1173"/>
              <a:t>Helen Scott  |  Qualifying Exam</a:t>
            </a:r>
          </a:p>
        </p:txBody>
      </p:sp>
    </p:spTree>
    <p:extLst>
      <p:ext uri="{BB962C8B-B14F-4D97-AF65-F5344CB8AC3E}">
        <p14:creationId xmlns:p14="http://schemas.microsoft.com/office/powerpoint/2010/main" val="224316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5" r:id="rId14"/>
  </p:sldLayoutIdLst>
  <p:txStyles>
    <p:titleStyle>
      <a:lvl1pPr algn="l" defTabSz="1341150" rtl="0" eaLnBrk="1" latinLnBrk="0" hangingPunct="1">
        <a:lnSpc>
          <a:spcPct val="95000"/>
        </a:lnSpc>
        <a:spcBef>
          <a:spcPct val="0"/>
        </a:spcBef>
        <a:buNone/>
        <a:defRPr sz="6453" b="1" kern="1200" spc="-22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1341150" rtl="0" eaLnBrk="1" latinLnBrk="0" hangingPunct="1">
        <a:lnSpc>
          <a:spcPct val="120000"/>
        </a:lnSpc>
        <a:spcBef>
          <a:spcPts val="880"/>
        </a:spcBef>
        <a:spcAft>
          <a:spcPts val="1760"/>
        </a:spcAft>
        <a:buFont typeface="Arial" panose="020B0604020202020204" pitchFamily="34" charset="0"/>
        <a:buChar char="​"/>
        <a:defRPr sz="2200" b="0" i="1" kern="1200">
          <a:solidFill>
            <a:schemeClr val="accent1"/>
          </a:solidFill>
          <a:latin typeface="Corbel" panose="020B0503020204020204" pitchFamily="34" charset="0"/>
          <a:ea typeface="+mn-ea"/>
          <a:cs typeface="+mn-cs"/>
        </a:defRPr>
      </a:lvl1pPr>
      <a:lvl2pPr marL="0" indent="0" algn="l" defTabSz="1341150" rtl="0" eaLnBrk="1" latinLnBrk="0" hangingPunct="1">
        <a:lnSpc>
          <a:spcPct val="100000"/>
        </a:lnSpc>
        <a:spcBef>
          <a:spcPts val="0"/>
        </a:spcBef>
        <a:spcAft>
          <a:spcPts val="880"/>
        </a:spcAft>
        <a:buFont typeface="Arial" panose="020B0604020202020204" pitchFamily="34" charset="0"/>
        <a:buChar char="​"/>
        <a:defRPr sz="2200" i="1" kern="1200">
          <a:solidFill>
            <a:schemeClr val="tx2"/>
          </a:solidFill>
          <a:latin typeface="Corbel" panose="020B0503020204020204" pitchFamily="34" charset="0"/>
          <a:ea typeface="+mn-ea"/>
          <a:cs typeface="+mn-cs"/>
        </a:defRPr>
      </a:lvl2pPr>
      <a:lvl3pPr marL="0" indent="0" algn="l" defTabSz="1341150" rtl="0" eaLnBrk="1" latinLnBrk="0" hangingPunct="1">
        <a:lnSpc>
          <a:spcPct val="110000"/>
        </a:lnSpc>
        <a:spcBef>
          <a:spcPts val="880"/>
        </a:spcBef>
        <a:spcAft>
          <a:spcPts val="0"/>
        </a:spcAft>
        <a:buFont typeface="Arial" panose="020B0604020202020204" pitchFamily="34" charset="0"/>
        <a:buChar char="​"/>
        <a:defRPr sz="1613" b="1" kern="1200">
          <a:solidFill>
            <a:schemeClr val="accent4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3pPr>
      <a:lvl4pPr marL="0" indent="0" algn="l" defTabSz="1341150" rtl="0" eaLnBrk="1" latinLnBrk="0" hangingPunct="1">
        <a:lnSpc>
          <a:spcPct val="114000"/>
        </a:lnSpc>
        <a:spcBef>
          <a:spcPts val="880"/>
        </a:spcBef>
        <a:spcAft>
          <a:spcPts val="880"/>
        </a:spcAft>
        <a:buFont typeface="Arial" panose="020B0604020202020204" pitchFamily="34" charset="0"/>
        <a:buChar char="​"/>
        <a:defRPr sz="1613" kern="1200">
          <a:solidFill>
            <a:schemeClr val="tx2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4pPr>
      <a:lvl5pPr marL="251466" indent="-251466" algn="l" defTabSz="1341150" rtl="0" eaLnBrk="1" latinLnBrk="0" hangingPunct="1">
        <a:lnSpc>
          <a:spcPct val="95000"/>
        </a:lnSpc>
        <a:spcBef>
          <a:spcPts val="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tx2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5pPr>
      <a:lvl6pPr marL="505261" indent="-253795" algn="l" defTabSz="1341150" rtl="0" eaLnBrk="1" latinLnBrk="0" hangingPunct="1">
        <a:lnSpc>
          <a:spcPct val="85000"/>
        </a:lnSpc>
        <a:spcBef>
          <a:spcPct val="20000"/>
        </a:spcBef>
        <a:spcAft>
          <a:spcPts val="880"/>
        </a:spcAft>
        <a:buFont typeface="Arial" panose="020B0604020202020204" pitchFamily="34" charset="0"/>
        <a:buChar char="•"/>
        <a:defRPr sz="1613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0" indent="0" algn="l" defTabSz="1341150" rtl="0" eaLnBrk="1" latinLnBrk="0" hangingPunct="1">
        <a:spcBef>
          <a:spcPts val="880"/>
        </a:spcBef>
        <a:spcAft>
          <a:spcPts val="880"/>
        </a:spcAft>
        <a:buClr>
          <a:schemeClr val="bg2"/>
        </a:buClr>
        <a:buFont typeface="Arial" panose="020B0604020202020204" pitchFamily="34" charset="0"/>
        <a:buChar char="​"/>
        <a:defRPr sz="2200" i="1" kern="1200" baseline="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7pPr>
      <a:lvl8pPr marL="251466" indent="-251466" algn="l" defTabSz="1341150" rtl="0" eaLnBrk="1" latinLnBrk="0" hangingPunct="1">
        <a:spcBef>
          <a:spcPts val="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8pPr>
      <a:lvl9pPr marL="505261" indent="-253795" algn="l" defTabSz="1341150" rtl="0" eaLnBrk="1" latinLnBrk="0" hangingPunct="1">
        <a:spcBef>
          <a:spcPct val="2000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9pPr>
    </p:bodyStyle>
    <p:otherStyle>
      <a:defPPr>
        <a:defRPr lang="en-US"/>
      </a:defPPr>
      <a:lvl1pPr marL="0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1pPr>
      <a:lvl2pPr marL="670575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341150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3pPr>
      <a:lvl4pPr marL="2011726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4pPr>
      <a:lvl5pPr marL="2682301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5pPr>
      <a:lvl6pPr marL="3352876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6pPr>
      <a:lvl7pPr marL="4023451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7pPr>
      <a:lvl8pPr marL="4694027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8pPr>
      <a:lvl9pPr marL="5364602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68" userDrawn="1">
          <p15:clr>
            <a:srgbClr val="F26B43"/>
          </p15:clr>
        </p15:guide>
        <p15:guide id="2" pos="244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9E104-2CC3-7805-943D-1ABA31B6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D1864C72-06B8-BFCC-607A-780724760CAD}"/>
              </a:ext>
            </a:extLst>
          </p:cNvPr>
          <p:cNvSpPr/>
          <p:nvPr/>
        </p:nvSpPr>
        <p:spPr>
          <a:xfrm rot="16200000">
            <a:off x="2414655" y="1279542"/>
            <a:ext cx="156098" cy="1188720"/>
          </a:xfrm>
          <a:custGeom>
            <a:avLst/>
            <a:gdLst>
              <a:gd name="csX0" fmla="*/ 0 w 521208"/>
              <a:gd name="csY0" fmla="*/ 0 h 2785946"/>
              <a:gd name="csX1" fmla="*/ 12734 w 521208"/>
              <a:gd name="csY1" fmla="*/ 0 h 2785946"/>
              <a:gd name="csX2" fmla="*/ 260604 w 521208"/>
              <a:gd name="csY2" fmla="*/ 261057 h 2785946"/>
              <a:gd name="csX3" fmla="*/ 508474 w 521208"/>
              <a:gd name="csY3" fmla="*/ 0 h 2785946"/>
              <a:gd name="csX4" fmla="*/ 521208 w 521208"/>
              <a:gd name="csY4" fmla="*/ 0 h 2785946"/>
              <a:gd name="csX5" fmla="*/ 521208 w 521208"/>
              <a:gd name="csY5" fmla="*/ 2511478 h 2785946"/>
              <a:gd name="csX6" fmla="*/ 260604 w 521208"/>
              <a:gd name="csY6" fmla="*/ 2785946 h 2785946"/>
              <a:gd name="csX7" fmla="*/ 0 w 521208"/>
              <a:gd name="csY7" fmla="*/ 2511478 h 27859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21208" h="2785946">
                <a:moveTo>
                  <a:pt x="0" y="0"/>
                </a:moveTo>
                <a:lnTo>
                  <a:pt x="12734" y="0"/>
                </a:lnTo>
                <a:lnTo>
                  <a:pt x="260604" y="261057"/>
                </a:lnTo>
                <a:lnTo>
                  <a:pt x="508474" y="0"/>
                </a:lnTo>
                <a:lnTo>
                  <a:pt x="521208" y="0"/>
                </a:lnTo>
                <a:lnTo>
                  <a:pt x="521208" y="2511478"/>
                </a:lnTo>
                <a:lnTo>
                  <a:pt x="260604" y="2785946"/>
                </a:lnTo>
                <a:lnTo>
                  <a:pt x="0" y="251147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0B01733A-D893-9055-C5B5-EDB2ED443729}"/>
              </a:ext>
            </a:extLst>
          </p:cNvPr>
          <p:cNvSpPr/>
          <p:nvPr/>
        </p:nvSpPr>
        <p:spPr>
          <a:xfrm rot="16200000">
            <a:off x="5221759" y="-445819"/>
            <a:ext cx="156098" cy="1280160"/>
          </a:xfrm>
          <a:custGeom>
            <a:avLst/>
            <a:gdLst>
              <a:gd name="csX0" fmla="*/ 0 w 521208"/>
              <a:gd name="csY0" fmla="*/ 0 h 2785946"/>
              <a:gd name="csX1" fmla="*/ 12734 w 521208"/>
              <a:gd name="csY1" fmla="*/ 0 h 2785946"/>
              <a:gd name="csX2" fmla="*/ 260604 w 521208"/>
              <a:gd name="csY2" fmla="*/ 261057 h 2785946"/>
              <a:gd name="csX3" fmla="*/ 508474 w 521208"/>
              <a:gd name="csY3" fmla="*/ 0 h 2785946"/>
              <a:gd name="csX4" fmla="*/ 521208 w 521208"/>
              <a:gd name="csY4" fmla="*/ 0 h 2785946"/>
              <a:gd name="csX5" fmla="*/ 521208 w 521208"/>
              <a:gd name="csY5" fmla="*/ 2511478 h 2785946"/>
              <a:gd name="csX6" fmla="*/ 260604 w 521208"/>
              <a:gd name="csY6" fmla="*/ 2785946 h 2785946"/>
              <a:gd name="csX7" fmla="*/ 0 w 521208"/>
              <a:gd name="csY7" fmla="*/ 2511478 h 27859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21208" h="2785946">
                <a:moveTo>
                  <a:pt x="0" y="0"/>
                </a:moveTo>
                <a:lnTo>
                  <a:pt x="12734" y="0"/>
                </a:lnTo>
                <a:lnTo>
                  <a:pt x="260604" y="261057"/>
                </a:lnTo>
                <a:lnTo>
                  <a:pt x="508474" y="0"/>
                </a:lnTo>
                <a:lnTo>
                  <a:pt x="521208" y="0"/>
                </a:lnTo>
                <a:lnTo>
                  <a:pt x="521208" y="2511478"/>
                </a:lnTo>
                <a:lnTo>
                  <a:pt x="260604" y="2785946"/>
                </a:lnTo>
                <a:lnTo>
                  <a:pt x="0" y="251147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414685D-4B12-F84E-E2DC-BCE2DE8C152F}"/>
              </a:ext>
            </a:extLst>
          </p:cNvPr>
          <p:cNvGrpSpPr/>
          <p:nvPr/>
        </p:nvGrpSpPr>
        <p:grpSpPr>
          <a:xfrm>
            <a:off x="2010292" y="-48170"/>
            <a:ext cx="3857403" cy="2277958"/>
            <a:chOff x="444491" y="2336963"/>
            <a:chExt cx="7183605" cy="424222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F4B5E2F-AAFC-0904-CCA6-9048847C4272}"/>
                </a:ext>
              </a:extLst>
            </p:cNvPr>
            <p:cNvGrpSpPr/>
            <p:nvPr/>
          </p:nvGrpSpPr>
          <p:grpSpPr>
            <a:xfrm>
              <a:off x="444491" y="2336963"/>
              <a:ext cx="7183605" cy="4242220"/>
              <a:chOff x="444491" y="2336963"/>
              <a:chExt cx="7183605" cy="4242220"/>
            </a:xfrm>
          </p:grpSpPr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B5EBD823-CB2B-73C8-88B0-F08C9C58B27F}"/>
                  </a:ext>
                </a:extLst>
              </p:cNvPr>
              <p:cNvSpPr/>
              <p:nvPr/>
            </p:nvSpPr>
            <p:spPr>
              <a:xfrm rot="10550342">
                <a:off x="3928893" y="4250691"/>
                <a:ext cx="2899237" cy="1932252"/>
              </a:xfrm>
              <a:custGeom>
                <a:avLst/>
                <a:gdLst>
                  <a:gd name="csX0" fmla="*/ 2439956 w 2899237"/>
                  <a:gd name="csY0" fmla="*/ 1932252 h 1932252"/>
                  <a:gd name="csX1" fmla="*/ 2182161 w 2899237"/>
                  <a:gd name="csY1" fmla="*/ 1422236 h 1932252"/>
                  <a:gd name="csX2" fmla="*/ 2012489 w 2899237"/>
                  <a:gd name="csY2" fmla="*/ 1162636 h 1932252"/>
                  <a:gd name="csX3" fmla="*/ 1959650 w 2899237"/>
                  <a:gd name="csY3" fmla="*/ 1084382 h 1932252"/>
                  <a:gd name="csX4" fmla="*/ 1938412 w 2899237"/>
                  <a:gd name="csY4" fmla="*/ 1087339 h 1932252"/>
                  <a:gd name="csX5" fmla="*/ 1955248 w 2899237"/>
                  <a:gd name="csY5" fmla="*/ 1077862 h 1932252"/>
                  <a:gd name="csX6" fmla="*/ 1928786 w 2899237"/>
                  <a:gd name="csY6" fmla="*/ 1038674 h 1932252"/>
                  <a:gd name="csX7" fmla="*/ 1898987 w 2899237"/>
                  <a:gd name="csY7" fmla="*/ 988617 h 1932252"/>
                  <a:gd name="csX8" fmla="*/ 1889164 w 2899237"/>
                  <a:gd name="csY8" fmla="*/ 975927 h 1932252"/>
                  <a:gd name="csX9" fmla="*/ 290959 w 2899237"/>
                  <a:gd name="csY9" fmla="*/ 736386 h 1932252"/>
                  <a:gd name="csX10" fmla="*/ 0 w 2899237"/>
                  <a:gd name="csY10" fmla="*/ 276025 h 1932252"/>
                  <a:gd name="csX11" fmla="*/ 2216152 w 2899237"/>
                  <a:gd name="csY11" fmla="*/ 527298 h 1932252"/>
                  <a:gd name="csX12" fmla="*/ 2333318 w 2899237"/>
                  <a:gd name="csY12" fmla="*/ 658264 h 1932252"/>
                  <a:gd name="csX13" fmla="*/ 2337502 w 2899237"/>
                  <a:gd name="csY13" fmla="*/ 655844 h 1932252"/>
                  <a:gd name="csX14" fmla="*/ 2399987 w 2899237"/>
                  <a:gd name="csY14" fmla="*/ 748060 h 1932252"/>
                  <a:gd name="csX15" fmla="*/ 2412486 w 2899237"/>
                  <a:gd name="csY15" fmla="*/ 766650 h 1932252"/>
                  <a:gd name="csX16" fmla="*/ 2440309 w 2899237"/>
                  <a:gd name="csY16" fmla="*/ 804814 h 1932252"/>
                  <a:gd name="csX17" fmla="*/ 2466357 w 2899237"/>
                  <a:gd name="csY17" fmla="*/ 790152 h 1932252"/>
                  <a:gd name="csX18" fmla="*/ 2445706 w 2899237"/>
                  <a:gd name="csY18" fmla="*/ 816064 h 1932252"/>
                  <a:gd name="csX19" fmla="*/ 2479267 w 2899237"/>
                  <a:gd name="csY19" fmla="*/ 865984 h 1932252"/>
                  <a:gd name="csX20" fmla="*/ 2641089 w 2899237"/>
                  <a:gd name="csY20" fmla="*/ 1124940 h 1932252"/>
                  <a:gd name="csX21" fmla="*/ 2899237 w 2899237"/>
                  <a:gd name="csY21" fmla="*/ 1645265 h 1932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2899237" h="1932252">
                    <a:moveTo>
                      <a:pt x="2439956" y="1932252"/>
                    </a:moveTo>
                    <a:cubicBezTo>
                      <a:pt x="2371515" y="1817205"/>
                      <a:pt x="2278160" y="1589314"/>
                      <a:pt x="2182161" y="1422236"/>
                    </a:cubicBezTo>
                    <a:cubicBezTo>
                      <a:pt x="2134162" y="1338697"/>
                      <a:pt x="2071563" y="1248437"/>
                      <a:pt x="2012489" y="1162636"/>
                    </a:cubicBezTo>
                    <a:lnTo>
                      <a:pt x="1959650" y="1084382"/>
                    </a:lnTo>
                    <a:lnTo>
                      <a:pt x="1938412" y="1087339"/>
                    </a:lnTo>
                    <a:lnTo>
                      <a:pt x="1955248" y="1077862"/>
                    </a:lnTo>
                    <a:lnTo>
                      <a:pt x="1928786" y="1038674"/>
                    </a:lnTo>
                    <a:lnTo>
                      <a:pt x="1898987" y="988617"/>
                    </a:lnTo>
                    <a:lnTo>
                      <a:pt x="1889164" y="975927"/>
                    </a:lnTo>
                    <a:cubicBezTo>
                      <a:pt x="1494405" y="514697"/>
                      <a:pt x="814058" y="405168"/>
                      <a:pt x="290959" y="736386"/>
                    </a:cubicBezTo>
                    <a:lnTo>
                      <a:pt x="0" y="276025"/>
                    </a:lnTo>
                    <a:cubicBezTo>
                      <a:pt x="718661" y="-178765"/>
                      <a:pt x="1640059" y="-55422"/>
                      <a:pt x="2216152" y="527298"/>
                    </a:cubicBezTo>
                    <a:lnTo>
                      <a:pt x="2333318" y="658264"/>
                    </a:lnTo>
                    <a:lnTo>
                      <a:pt x="2337502" y="655844"/>
                    </a:lnTo>
                    <a:cubicBezTo>
                      <a:pt x="2354222" y="680798"/>
                      <a:pt x="2375706" y="712286"/>
                      <a:pt x="2399987" y="748060"/>
                    </a:cubicBezTo>
                    <a:lnTo>
                      <a:pt x="2412486" y="766650"/>
                    </a:lnTo>
                    <a:lnTo>
                      <a:pt x="2440309" y="804814"/>
                    </a:lnTo>
                    <a:lnTo>
                      <a:pt x="2466357" y="790152"/>
                    </a:lnTo>
                    <a:lnTo>
                      <a:pt x="2445706" y="816064"/>
                    </a:lnTo>
                    <a:lnTo>
                      <a:pt x="2479267" y="865984"/>
                    </a:lnTo>
                    <a:cubicBezTo>
                      <a:pt x="2535101" y="950168"/>
                      <a:pt x="2594277" y="1042489"/>
                      <a:pt x="2641089" y="1124940"/>
                    </a:cubicBezTo>
                    <a:cubicBezTo>
                      <a:pt x="2727198" y="1298168"/>
                      <a:pt x="2823134" y="1516765"/>
                      <a:pt x="2899237" y="1645265"/>
                    </a:cubicBezTo>
                    <a:close/>
                  </a:path>
                </a:pathLst>
              </a:custGeom>
              <a:solidFill>
                <a:srgbClr val="893625"/>
              </a:solidFill>
              <a:ln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9" name="Circular Arrow 18">
                <a:extLst>
                  <a:ext uri="{FF2B5EF4-FFF2-40B4-BE49-F238E27FC236}">
                    <a16:creationId xmlns:a16="http://schemas.microsoft.com/office/drawing/2014/main" id="{28A97E00-93B8-B4C8-6527-E1628C81C6CF}"/>
                  </a:ext>
                </a:extLst>
              </p:cNvPr>
              <p:cNvSpPr/>
              <p:nvPr/>
            </p:nvSpPr>
            <p:spPr>
              <a:xfrm rot="6227262">
                <a:off x="4005234" y="2555374"/>
                <a:ext cx="3621730" cy="3623994"/>
              </a:xfrm>
              <a:prstGeom prst="circularArrow">
                <a:avLst>
                  <a:gd name="adj1" fmla="val 15037"/>
                  <a:gd name="adj2" fmla="val 1142319"/>
                  <a:gd name="adj3" fmla="val 19561631"/>
                  <a:gd name="adj4" fmla="val 12438665"/>
                  <a:gd name="adj5" fmla="val 8364"/>
                </a:avLst>
              </a:prstGeom>
              <a:solidFill>
                <a:srgbClr val="A44E3C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0A7E5FA9-A1D6-D853-80DF-BEDC38DE5B75}"/>
                  </a:ext>
                </a:extLst>
              </p:cNvPr>
              <p:cNvSpPr/>
              <p:nvPr/>
            </p:nvSpPr>
            <p:spPr>
              <a:xfrm rot="7442250" flipH="1">
                <a:off x="3883085" y="2671932"/>
                <a:ext cx="3228928" cy="2558989"/>
              </a:xfrm>
              <a:custGeom>
                <a:avLst/>
                <a:gdLst>
                  <a:gd name="csX0" fmla="*/ 2915225 w 3228928"/>
                  <a:gd name="csY0" fmla="*/ 1792995 h 2558989"/>
                  <a:gd name="csX1" fmla="*/ 3166129 w 3228928"/>
                  <a:gd name="csY1" fmla="*/ 315091 h 2558989"/>
                  <a:gd name="csX2" fmla="*/ 3181085 w 3228928"/>
                  <a:gd name="csY2" fmla="*/ 306009 h 2558989"/>
                  <a:gd name="csX3" fmla="*/ 2737077 w 3228928"/>
                  <a:gd name="csY3" fmla="*/ 0 h 2558989"/>
                  <a:gd name="csX4" fmla="*/ 2663236 w 3228928"/>
                  <a:gd name="csY4" fmla="*/ 620457 h 2558989"/>
                  <a:gd name="csX5" fmla="*/ 2672696 w 3228928"/>
                  <a:gd name="csY5" fmla="*/ 614712 h 2558989"/>
                  <a:gd name="csX6" fmla="*/ 2419214 w 3228928"/>
                  <a:gd name="csY6" fmla="*/ 1548532 h 2558989"/>
                  <a:gd name="csX7" fmla="*/ 1694218 w 3228928"/>
                  <a:gd name="csY7" fmla="*/ 1994367 h 2558989"/>
                  <a:gd name="csX8" fmla="*/ 1652435 w 3228928"/>
                  <a:gd name="csY8" fmla="*/ 2000629 h 2558989"/>
                  <a:gd name="csX9" fmla="*/ 1572718 w 3228928"/>
                  <a:gd name="csY9" fmla="*/ 1998011 h 2558989"/>
                  <a:gd name="csX10" fmla="*/ 816852 w 3228928"/>
                  <a:gd name="csY10" fmla="*/ 2009712 h 2558989"/>
                  <a:gd name="csX11" fmla="*/ 0 w 3228928"/>
                  <a:gd name="csY11" fmla="*/ 1958070 h 2558989"/>
                  <a:gd name="csX12" fmla="*/ 0 w 3228928"/>
                  <a:gd name="csY12" fmla="*/ 2499643 h 2558989"/>
                  <a:gd name="csX13" fmla="*/ 829668 w 3228928"/>
                  <a:gd name="csY13" fmla="*/ 2556447 h 2558989"/>
                  <a:gd name="csX14" fmla="*/ 1558753 w 3228928"/>
                  <a:gd name="csY14" fmla="*/ 2549379 h 2558989"/>
                  <a:gd name="csX15" fmla="*/ 1623347 w 3228928"/>
                  <a:gd name="csY15" fmla="*/ 2547774 h 2558989"/>
                  <a:gd name="csX16" fmla="*/ 1624053 w 3228928"/>
                  <a:gd name="csY16" fmla="*/ 2554883 h 2558989"/>
                  <a:gd name="csX17" fmla="*/ 2915225 w 3228928"/>
                  <a:gd name="csY17" fmla="*/ 1792995 h 255898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3228928" h="2558989">
                    <a:moveTo>
                      <a:pt x="2915225" y="1792995"/>
                    </a:moveTo>
                    <a:cubicBezTo>
                      <a:pt x="3212287" y="1361418"/>
                      <a:pt x="3304070" y="820782"/>
                      <a:pt x="3166129" y="315091"/>
                    </a:cubicBezTo>
                    <a:lnTo>
                      <a:pt x="3181085" y="306009"/>
                    </a:lnTo>
                    <a:lnTo>
                      <a:pt x="2737077" y="0"/>
                    </a:lnTo>
                    <a:lnTo>
                      <a:pt x="2663236" y="620457"/>
                    </a:lnTo>
                    <a:lnTo>
                      <a:pt x="2672696" y="614712"/>
                    </a:lnTo>
                    <a:cubicBezTo>
                      <a:pt x="2718664" y="947614"/>
                      <a:pt x="2627148" y="1284761"/>
                      <a:pt x="2419214" y="1548532"/>
                    </a:cubicBezTo>
                    <a:cubicBezTo>
                      <a:pt x="2237229" y="1779386"/>
                      <a:pt x="1979798" y="1936622"/>
                      <a:pt x="1694218" y="1994367"/>
                    </a:cubicBezTo>
                    <a:lnTo>
                      <a:pt x="1652435" y="2000629"/>
                    </a:lnTo>
                    <a:lnTo>
                      <a:pt x="1572718" y="1998011"/>
                    </a:lnTo>
                    <a:cubicBezTo>
                      <a:pt x="1359568" y="1995172"/>
                      <a:pt x="1058683" y="2015946"/>
                      <a:pt x="816852" y="2009712"/>
                    </a:cubicBezTo>
                    <a:cubicBezTo>
                      <a:pt x="540474" y="2002587"/>
                      <a:pt x="192087" y="1960994"/>
                      <a:pt x="0" y="1958070"/>
                    </a:cubicBezTo>
                    <a:lnTo>
                      <a:pt x="0" y="2499643"/>
                    </a:lnTo>
                    <a:cubicBezTo>
                      <a:pt x="214289" y="2503198"/>
                      <a:pt x="553327" y="2537677"/>
                      <a:pt x="829668" y="2556447"/>
                    </a:cubicBezTo>
                    <a:cubicBezTo>
                      <a:pt x="1067602" y="2563436"/>
                      <a:pt x="1371122" y="2554328"/>
                      <a:pt x="1558753" y="2549379"/>
                    </a:cubicBezTo>
                    <a:lnTo>
                      <a:pt x="1623347" y="2547774"/>
                    </a:lnTo>
                    <a:lnTo>
                      <a:pt x="1624053" y="2554883"/>
                    </a:lnTo>
                    <a:cubicBezTo>
                      <a:pt x="2145730" y="2503415"/>
                      <a:pt x="2618081" y="2224692"/>
                      <a:pt x="2915225" y="1792995"/>
                    </a:cubicBezTo>
                    <a:close/>
                  </a:path>
                </a:pathLst>
              </a:custGeom>
              <a:solidFill>
                <a:srgbClr val="C36957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1C5B0E19-F961-8181-2B6C-953A281AC419}"/>
                  </a:ext>
                </a:extLst>
              </p:cNvPr>
              <p:cNvSpPr/>
              <p:nvPr/>
            </p:nvSpPr>
            <p:spPr>
              <a:xfrm rot="18258322">
                <a:off x="1327855" y="4205243"/>
                <a:ext cx="2873253" cy="1874628"/>
              </a:xfrm>
              <a:custGeom>
                <a:avLst/>
                <a:gdLst>
                  <a:gd name="csX0" fmla="*/ 2873253 w 2873253"/>
                  <a:gd name="csY0" fmla="*/ 1567425 h 1874628"/>
                  <a:gd name="csX1" fmla="*/ 2602467 w 2873253"/>
                  <a:gd name="csY1" fmla="*/ 1838211 h 1874628"/>
                  <a:gd name="csX2" fmla="*/ 1698669 w 2873253"/>
                  <a:gd name="csY2" fmla="*/ 1838211 h 1874628"/>
                  <a:gd name="csX3" fmla="*/ 1684470 w 2873253"/>
                  <a:gd name="csY3" fmla="*/ 1874628 h 1874628"/>
                  <a:gd name="csX4" fmla="*/ 1684068 w 2873253"/>
                  <a:gd name="csY4" fmla="*/ 1844740 h 1874628"/>
                  <a:gd name="csX5" fmla="*/ 1621419 w 2873253"/>
                  <a:gd name="csY5" fmla="*/ 1838211 h 1874628"/>
                  <a:gd name="csX6" fmla="*/ 1618364 w 2873253"/>
                  <a:gd name="csY6" fmla="*/ 1838211 h 1874628"/>
                  <a:gd name="csX7" fmla="*/ 1618364 w 2873253"/>
                  <a:gd name="csY7" fmla="*/ 1837893 h 1874628"/>
                  <a:gd name="csX8" fmla="*/ 1504778 w 2873253"/>
                  <a:gd name="csY8" fmla="*/ 1826055 h 1874628"/>
                  <a:gd name="csX9" fmla="*/ 1314 w 2873253"/>
                  <a:gd name="csY9" fmla="*/ 0 h 1874628"/>
                  <a:gd name="csX10" fmla="*/ 545531 w 2873253"/>
                  <a:gd name="csY10" fmla="*/ 20426 h 1874628"/>
                  <a:gd name="csX11" fmla="*/ 1555265 w 2873253"/>
                  <a:gd name="csY11" fmla="*/ 1282201 h 1874628"/>
                  <a:gd name="csX12" fmla="*/ 1663502 w 2873253"/>
                  <a:gd name="csY12" fmla="*/ 1296638 h 1874628"/>
                  <a:gd name="csX13" fmla="*/ 1676715 w 2873253"/>
                  <a:gd name="csY13" fmla="*/ 1296638 h 1874628"/>
                  <a:gd name="csX14" fmla="*/ 1676342 w 2873253"/>
                  <a:gd name="csY14" fmla="*/ 1268840 h 1874628"/>
                  <a:gd name="csX15" fmla="*/ 1687696 w 2873253"/>
                  <a:gd name="csY15" fmla="*/ 1296638 h 1874628"/>
                  <a:gd name="csX16" fmla="*/ 2602467 w 2873253"/>
                  <a:gd name="csY16" fmla="*/ 1296638 h 18746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873253" h="1874628">
                    <a:moveTo>
                      <a:pt x="2873253" y="1567425"/>
                    </a:moveTo>
                    <a:lnTo>
                      <a:pt x="2602467" y="1838211"/>
                    </a:lnTo>
                    <a:lnTo>
                      <a:pt x="1698669" y="1838211"/>
                    </a:lnTo>
                    <a:lnTo>
                      <a:pt x="1684470" y="1874628"/>
                    </a:lnTo>
                    <a:lnTo>
                      <a:pt x="1684068" y="1844740"/>
                    </a:lnTo>
                    <a:lnTo>
                      <a:pt x="1621419" y="1838211"/>
                    </a:lnTo>
                    <a:lnTo>
                      <a:pt x="1618364" y="1838211"/>
                    </a:lnTo>
                    <a:lnTo>
                      <a:pt x="1618364" y="1837893"/>
                    </a:lnTo>
                    <a:lnTo>
                      <a:pt x="1504778" y="1826055"/>
                    </a:lnTo>
                    <a:cubicBezTo>
                      <a:pt x="622706" y="1689100"/>
                      <a:pt x="-33386" y="910562"/>
                      <a:pt x="1314" y="0"/>
                    </a:cubicBezTo>
                    <a:lnTo>
                      <a:pt x="545531" y="20426"/>
                    </a:lnTo>
                    <a:cubicBezTo>
                      <a:pt x="521797" y="639113"/>
                      <a:pt x="958170" y="1172449"/>
                      <a:pt x="1555265" y="1282201"/>
                    </a:cubicBezTo>
                    <a:lnTo>
                      <a:pt x="1663502" y="1296638"/>
                    </a:lnTo>
                    <a:lnTo>
                      <a:pt x="1676715" y="1296638"/>
                    </a:lnTo>
                    <a:lnTo>
                      <a:pt x="1676342" y="1268840"/>
                    </a:lnTo>
                    <a:lnTo>
                      <a:pt x="1687696" y="1296638"/>
                    </a:lnTo>
                    <a:lnTo>
                      <a:pt x="2602467" y="1296638"/>
                    </a:lnTo>
                    <a:close/>
                  </a:path>
                </a:pathLst>
              </a:custGeom>
              <a:solidFill>
                <a:schemeClr val="accent1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2" name="Circular Arrow 11">
                <a:extLst>
                  <a:ext uri="{FF2B5EF4-FFF2-40B4-BE49-F238E27FC236}">
                    <a16:creationId xmlns:a16="http://schemas.microsoft.com/office/drawing/2014/main" id="{BD5A5E43-4DAB-B68D-4F86-3E2883B567F4}"/>
                  </a:ext>
                </a:extLst>
              </p:cNvPr>
              <p:cNvSpPr/>
              <p:nvPr/>
            </p:nvSpPr>
            <p:spPr>
              <a:xfrm rot="15372738" flipH="1">
                <a:off x="445623" y="2555375"/>
                <a:ext cx="3621730" cy="3623994"/>
              </a:xfrm>
              <a:prstGeom prst="circularArrow">
                <a:avLst>
                  <a:gd name="adj1" fmla="val 15037"/>
                  <a:gd name="adj2" fmla="val 1142319"/>
                  <a:gd name="adj3" fmla="val 19561631"/>
                  <a:gd name="adj4" fmla="val 12438665"/>
                  <a:gd name="adj5" fmla="val 8364"/>
                </a:avLst>
              </a:prstGeom>
              <a:solidFill>
                <a:srgbClr val="3E6D6F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80C0FABA-6F6A-F4C3-B0A9-7425E2E56443}"/>
                  </a:ext>
                </a:extLst>
              </p:cNvPr>
              <p:cNvSpPr/>
              <p:nvPr/>
            </p:nvSpPr>
            <p:spPr>
              <a:xfrm rot="14157750">
                <a:off x="1097924" y="2413413"/>
                <a:ext cx="2617463" cy="2565616"/>
              </a:xfrm>
              <a:custGeom>
                <a:avLst/>
                <a:gdLst>
                  <a:gd name="csX0" fmla="*/ 2303761 w 2617463"/>
                  <a:gd name="csY0" fmla="*/ 1792995 h 2565616"/>
                  <a:gd name="csX1" fmla="*/ 1205660 w 2617463"/>
                  <a:gd name="csY1" fmla="*/ 2525076 h 2565616"/>
                  <a:gd name="csX2" fmla="*/ 1023743 w 2617463"/>
                  <a:gd name="csY2" fmla="*/ 2553162 h 2565616"/>
                  <a:gd name="csX3" fmla="*/ 1023708 w 2617463"/>
                  <a:gd name="csY3" fmla="*/ 2554197 h 2565616"/>
                  <a:gd name="csX4" fmla="*/ 1015037 w 2617463"/>
                  <a:gd name="csY4" fmla="*/ 2554506 h 2565616"/>
                  <a:gd name="csX5" fmla="*/ 1012589 w 2617463"/>
                  <a:gd name="csY5" fmla="*/ 2554884 h 2565616"/>
                  <a:gd name="csX6" fmla="*/ 1012560 w 2617463"/>
                  <a:gd name="csY6" fmla="*/ 2554594 h 2565616"/>
                  <a:gd name="csX7" fmla="*/ 972993 w 2617463"/>
                  <a:gd name="csY7" fmla="*/ 2556004 h 2565616"/>
                  <a:gd name="csX8" fmla="*/ 465015 w 2617463"/>
                  <a:gd name="csY8" fmla="*/ 2563073 h 2565616"/>
                  <a:gd name="csX9" fmla="*/ 314463 w 2617463"/>
                  <a:gd name="csY9" fmla="*/ 2546779 h 2565616"/>
                  <a:gd name="csX10" fmla="*/ 278020 w 2617463"/>
                  <a:gd name="csY10" fmla="*/ 2542582 h 2565616"/>
                  <a:gd name="csX11" fmla="*/ 258726 w 2617463"/>
                  <a:gd name="csY11" fmla="*/ 2496456 h 2565616"/>
                  <a:gd name="csX12" fmla="*/ 63501 w 2617463"/>
                  <a:gd name="csY12" fmla="*/ 2102775 h 2565616"/>
                  <a:gd name="csX13" fmla="*/ 0 w 2617463"/>
                  <a:gd name="csY13" fmla="*/ 1972537 h 2565616"/>
                  <a:gd name="csX14" fmla="*/ 5265 w 2617463"/>
                  <a:gd name="csY14" fmla="*/ 1972997 h 2565616"/>
                  <a:gd name="csX15" fmla="*/ 456086 w 2617463"/>
                  <a:gd name="csY15" fmla="*/ 2016338 h 2565616"/>
                  <a:gd name="csX16" fmla="*/ 915633 w 2617463"/>
                  <a:gd name="csY16" fmla="*/ 2004718 h 2565616"/>
                  <a:gd name="csX17" fmla="*/ 1001371 w 2617463"/>
                  <a:gd name="csY17" fmla="*/ 2006565 h 2565616"/>
                  <a:gd name="csX18" fmla="*/ 1082754 w 2617463"/>
                  <a:gd name="csY18" fmla="*/ 1994367 h 2565616"/>
                  <a:gd name="csX19" fmla="*/ 1807749 w 2617463"/>
                  <a:gd name="csY19" fmla="*/ 1548533 h 2565616"/>
                  <a:gd name="csX20" fmla="*/ 2061232 w 2617463"/>
                  <a:gd name="csY20" fmla="*/ 614713 h 2565616"/>
                  <a:gd name="csX21" fmla="*/ 2051772 w 2617463"/>
                  <a:gd name="csY21" fmla="*/ 620457 h 2565616"/>
                  <a:gd name="csX22" fmla="*/ 2125612 w 2617463"/>
                  <a:gd name="csY22" fmla="*/ 0 h 2565616"/>
                  <a:gd name="csX23" fmla="*/ 2569621 w 2617463"/>
                  <a:gd name="csY23" fmla="*/ 306009 h 2565616"/>
                  <a:gd name="csX24" fmla="*/ 2554664 w 2617463"/>
                  <a:gd name="csY24" fmla="*/ 315091 h 2565616"/>
                  <a:gd name="csX25" fmla="*/ 2303761 w 2617463"/>
                  <a:gd name="csY25" fmla="*/ 1792995 h 25656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617463" h="2565616">
                    <a:moveTo>
                      <a:pt x="2303761" y="1792995"/>
                    </a:moveTo>
                    <a:cubicBezTo>
                      <a:pt x="2043759" y="2170730"/>
                      <a:pt x="1649616" y="2431344"/>
                      <a:pt x="1205660" y="2525076"/>
                    </a:cubicBezTo>
                    <a:lnTo>
                      <a:pt x="1023743" y="2553162"/>
                    </a:lnTo>
                    <a:lnTo>
                      <a:pt x="1023708" y="2554197"/>
                    </a:lnTo>
                    <a:lnTo>
                      <a:pt x="1015037" y="2554506"/>
                    </a:lnTo>
                    <a:lnTo>
                      <a:pt x="1012589" y="2554884"/>
                    </a:lnTo>
                    <a:lnTo>
                      <a:pt x="1012560" y="2554594"/>
                    </a:lnTo>
                    <a:lnTo>
                      <a:pt x="972993" y="2556004"/>
                    </a:lnTo>
                    <a:cubicBezTo>
                      <a:pt x="842265" y="2560954"/>
                      <a:pt x="630792" y="2570063"/>
                      <a:pt x="465015" y="2563073"/>
                    </a:cubicBezTo>
                    <a:cubicBezTo>
                      <a:pt x="416881" y="2558380"/>
                      <a:pt x="366017" y="2552706"/>
                      <a:pt x="314463" y="2546779"/>
                    </a:cubicBezTo>
                    <a:lnTo>
                      <a:pt x="278020" y="2542582"/>
                    </a:lnTo>
                    <a:lnTo>
                      <a:pt x="258726" y="2496456"/>
                    </a:lnTo>
                    <a:cubicBezTo>
                      <a:pt x="198428" y="2371784"/>
                      <a:pt x="128634" y="2234037"/>
                      <a:pt x="63501" y="2102775"/>
                    </a:cubicBezTo>
                    <a:lnTo>
                      <a:pt x="0" y="1972537"/>
                    </a:lnTo>
                    <a:lnTo>
                      <a:pt x="5265" y="1972997"/>
                    </a:lnTo>
                    <a:cubicBezTo>
                      <a:pt x="139021" y="1986262"/>
                      <a:pt x="311664" y="2010994"/>
                      <a:pt x="456086" y="2016338"/>
                    </a:cubicBezTo>
                    <a:cubicBezTo>
                      <a:pt x="600508" y="2021682"/>
                      <a:pt x="775158" y="2007182"/>
                      <a:pt x="915633" y="2004718"/>
                    </a:cubicBezTo>
                    <a:lnTo>
                      <a:pt x="1001371" y="2006565"/>
                    </a:lnTo>
                    <a:lnTo>
                      <a:pt x="1082754" y="1994367"/>
                    </a:lnTo>
                    <a:cubicBezTo>
                      <a:pt x="1368334" y="1936622"/>
                      <a:pt x="1625765" y="1779386"/>
                      <a:pt x="1807749" y="1548533"/>
                    </a:cubicBezTo>
                    <a:cubicBezTo>
                      <a:pt x="2015684" y="1284762"/>
                      <a:pt x="2107200" y="947615"/>
                      <a:pt x="2061232" y="614713"/>
                    </a:cubicBezTo>
                    <a:lnTo>
                      <a:pt x="2051772" y="620457"/>
                    </a:lnTo>
                    <a:lnTo>
                      <a:pt x="2125612" y="0"/>
                    </a:lnTo>
                    <a:lnTo>
                      <a:pt x="2569621" y="306009"/>
                    </a:lnTo>
                    <a:lnTo>
                      <a:pt x="2554664" y="315091"/>
                    </a:lnTo>
                    <a:cubicBezTo>
                      <a:pt x="2692606" y="820782"/>
                      <a:pt x="2600822" y="1361418"/>
                      <a:pt x="2303761" y="1792995"/>
                    </a:cubicBezTo>
                    <a:close/>
                  </a:path>
                </a:pathLst>
              </a:custGeom>
              <a:solidFill>
                <a:srgbClr val="25565A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D85F63C-A6EE-EB44-F6F7-1E68E0C0D0A4}"/>
                </a:ext>
              </a:extLst>
            </p:cNvPr>
            <p:cNvSpPr txBox="1"/>
            <p:nvPr/>
          </p:nvSpPr>
          <p:spPr>
            <a:xfrm>
              <a:off x="1505051" y="2968779"/>
              <a:ext cx="1453896" cy="523220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Curate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C666353-C0BB-6434-CCE1-8DE8B0A89F18}"/>
                </a:ext>
              </a:extLst>
            </p:cNvPr>
            <p:cNvSpPr txBox="1"/>
            <p:nvPr/>
          </p:nvSpPr>
          <p:spPr>
            <a:xfrm rot="19017958">
              <a:off x="2277601" y="5092086"/>
              <a:ext cx="1572768" cy="523220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Report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7BB75EF-A292-9FC1-3338-2DA4A0949934}"/>
                </a:ext>
              </a:extLst>
            </p:cNvPr>
            <p:cNvSpPr txBox="1"/>
            <p:nvPr/>
          </p:nvSpPr>
          <p:spPr>
            <a:xfrm rot="3674562">
              <a:off x="287795" y="4653497"/>
              <a:ext cx="1453896" cy="523220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Test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5952BC8-D5B9-50B8-B826-4F7EE4101A0F}"/>
                </a:ext>
              </a:extLst>
            </p:cNvPr>
            <p:cNvSpPr txBox="1"/>
            <p:nvPr/>
          </p:nvSpPr>
          <p:spPr>
            <a:xfrm>
              <a:off x="5103940" y="2961624"/>
              <a:ext cx="1455847" cy="523220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Release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7D3E837-AD06-9DE5-5344-377C02A77B3E}"/>
                </a:ext>
              </a:extLst>
            </p:cNvPr>
            <p:cNvSpPr txBox="1"/>
            <p:nvPr/>
          </p:nvSpPr>
          <p:spPr>
            <a:xfrm rot="17849146">
              <a:off x="6216226" y="4520797"/>
              <a:ext cx="1453896" cy="701411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Run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1E710AA-350E-63FF-BF4D-696378FD74B2}"/>
                </a:ext>
              </a:extLst>
            </p:cNvPr>
            <p:cNvSpPr txBox="1"/>
            <p:nvPr/>
          </p:nvSpPr>
          <p:spPr>
            <a:xfrm rot="2582550">
              <a:off x="4120130" y="5093087"/>
              <a:ext cx="1569660" cy="523220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Monitor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DCE2568-96DE-23F9-5494-077B1543B649}"/>
              </a:ext>
            </a:extLst>
          </p:cNvPr>
          <p:cNvSpPr txBox="1"/>
          <p:nvPr/>
        </p:nvSpPr>
        <p:spPr>
          <a:xfrm>
            <a:off x="5847132" y="39665"/>
            <a:ext cx="16279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C9BC9B">
                    <a:lumMod val="75000"/>
                  </a:srgbClr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Current Release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CCC2AE-F50C-3CF3-44F8-4B348CAD361D}"/>
              </a:ext>
            </a:extLst>
          </p:cNvPr>
          <p:cNvSpPr txBox="1"/>
          <p:nvPr/>
        </p:nvSpPr>
        <p:spPr>
          <a:xfrm>
            <a:off x="102925" y="39665"/>
            <a:ext cx="13867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C9BC9B">
                    <a:lumMod val="75000"/>
                  </a:srgbClr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Draft Model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6271B3B7-A3F8-C210-7148-C646F229E108}"/>
              </a:ext>
            </a:extLst>
          </p:cNvPr>
          <p:cNvSpPr txBox="1"/>
          <p:nvPr/>
        </p:nvSpPr>
        <p:spPr>
          <a:xfrm>
            <a:off x="222676" y="223321"/>
            <a:ext cx="2441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C9BC9B">
                    <a:lumMod val="75000"/>
                  </a:srgbClr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1335 Reactions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C9BC9B">
                    <a:lumMod val="75000"/>
                  </a:srgbClr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1212 Metabolites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C9BC9B">
                    <a:lumMod val="75000"/>
                  </a:srgbClr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942 Genes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solidFill>
                  <a:srgbClr val="C9BC9B">
                    <a:lumMod val="75000"/>
                  </a:srgb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19/52 Phenotypes Match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C9BC9B">
                  <a:lumMod val="75000"/>
                </a:srgbClr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94B881A-76E0-81FD-950E-54217A2B76C1}"/>
              </a:ext>
            </a:extLst>
          </p:cNvPr>
          <p:cNvSpPr txBox="1"/>
          <p:nvPr/>
        </p:nvSpPr>
        <p:spPr>
          <a:xfrm>
            <a:off x="5955159" y="223321"/>
            <a:ext cx="1873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C9BC9B">
                    <a:lumMod val="75000"/>
                  </a:srgbClr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1410 Reactions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C9BC9B">
                    <a:lumMod val="75000"/>
                  </a:srgbClr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1229 Metabolites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C9BC9B">
                    <a:lumMod val="75000"/>
                  </a:srgbClr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1062 Genes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solidFill>
                  <a:srgbClr val="C9BC9B">
                    <a:lumMod val="75000"/>
                  </a:srgb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49/52 Phenotypes Match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C9BC9B">
                  <a:lumMod val="75000"/>
                </a:srgbClr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graphicFrame>
        <p:nvGraphicFramePr>
          <p:cNvPr id="124" name="Table 123">
            <a:extLst>
              <a:ext uri="{FF2B5EF4-FFF2-40B4-BE49-F238E27FC236}">
                <a16:creationId xmlns:a16="http://schemas.microsoft.com/office/drawing/2014/main" id="{EF86AD4D-FBEA-E549-7FE9-72F78A0321FD}"/>
              </a:ext>
            </a:extLst>
          </p:cNvPr>
          <p:cNvGraphicFramePr>
            <a:graphicFrameLocks noGrp="1"/>
          </p:cNvGraphicFramePr>
          <p:nvPr/>
        </p:nvGraphicFramePr>
        <p:xfrm>
          <a:off x="604074" y="1345637"/>
          <a:ext cx="1113628" cy="844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1372">
                  <a:extLst>
                    <a:ext uri="{9D8B030D-6E8A-4147-A177-3AD203B41FA5}">
                      <a16:colId xmlns:a16="http://schemas.microsoft.com/office/drawing/2014/main" val="3069144988"/>
                    </a:ext>
                  </a:extLst>
                </a:gridCol>
                <a:gridCol w="231372">
                  <a:extLst>
                    <a:ext uri="{9D8B030D-6E8A-4147-A177-3AD203B41FA5}">
                      <a16:colId xmlns:a16="http://schemas.microsoft.com/office/drawing/2014/main" val="2983537412"/>
                    </a:ext>
                  </a:extLst>
                </a:gridCol>
                <a:gridCol w="328930">
                  <a:extLst>
                    <a:ext uri="{9D8B030D-6E8A-4147-A177-3AD203B41FA5}">
                      <a16:colId xmlns:a16="http://schemas.microsoft.com/office/drawing/2014/main" val="2728058984"/>
                    </a:ext>
                  </a:extLst>
                </a:gridCol>
                <a:gridCol w="321954">
                  <a:extLst>
                    <a:ext uri="{9D8B030D-6E8A-4147-A177-3AD203B41FA5}">
                      <a16:colId xmlns:a16="http://schemas.microsoft.com/office/drawing/2014/main" val="119338052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endParaRPr lang="en-US" sz="1200">
                        <a:solidFill>
                          <a:schemeClr val="tx2">
                            <a:lumMod val="75000"/>
                          </a:schemeClr>
                        </a:solidFill>
                      </a:endParaRPr>
                    </a:p>
                  </a:txBody>
                  <a:tcPr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>
                        <a:solidFill>
                          <a:schemeClr val="tx2">
                            <a:lumMod val="75000"/>
                          </a:schemeClr>
                        </a:solidFill>
                      </a:endParaRPr>
                    </a:p>
                  </a:txBody>
                  <a:tcPr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Pred.</a:t>
                      </a:r>
                    </a:p>
                  </a:txBody>
                  <a:tcPr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38431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200">
                        <a:solidFill>
                          <a:schemeClr val="tx2">
                            <a:lumMod val="75000"/>
                          </a:schemeClr>
                        </a:solidFill>
                      </a:endParaRPr>
                    </a:p>
                  </a:txBody>
                  <a:tcPr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>
                        <a:solidFill>
                          <a:schemeClr val="tx2">
                            <a:lumMod val="75000"/>
                          </a:schemeClr>
                        </a:solidFill>
                      </a:endParaRPr>
                    </a:p>
                  </a:txBody>
                  <a:tcPr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+</a:t>
                      </a:r>
                    </a:p>
                  </a:txBody>
                  <a:tcPr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 marT="0" marB="0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5086787"/>
                  </a:ext>
                </a:extLst>
              </a:tr>
              <a:tr h="239562"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Exp.</a:t>
                      </a:r>
                    </a:p>
                  </a:txBody>
                  <a:tcPr marL="0" marR="0" vert="vert27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+</a:t>
                      </a:r>
                    </a:p>
                  </a:txBody>
                  <a:tcPr marL="0" marR="0" vert="vert27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33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6135517"/>
                  </a:ext>
                </a:extLst>
              </a:tr>
              <a:tr h="23956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 marL="0" marR="0" vert="vert27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19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1566085"/>
                  </a:ext>
                </a:extLst>
              </a:tr>
            </a:tbl>
          </a:graphicData>
        </a:graphic>
      </p:graphicFrame>
      <p:graphicFrame>
        <p:nvGraphicFramePr>
          <p:cNvPr id="125" name="Table 124">
            <a:extLst>
              <a:ext uri="{FF2B5EF4-FFF2-40B4-BE49-F238E27FC236}">
                <a16:creationId xmlns:a16="http://schemas.microsoft.com/office/drawing/2014/main" id="{2B68344A-11DC-295A-9452-4E8D72312CF2}"/>
              </a:ext>
            </a:extLst>
          </p:cNvPr>
          <p:cNvGraphicFramePr>
            <a:graphicFrameLocks noGrp="1"/>
          </p:cNvGraphicFramePr>
          <p:nvPr/>
        </p:nvGraphicFramePr>
        <p:xfrm>
          <a:off x="6410594" y="1367881"/>
          <a:ext cx="1064532" cy="844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">
                  <a:extLst>
                    <a:ext uri="{9D8B030D-6E8A-4147-A177-3AD203B41FA5}">
                      <a16:colId xmlns:a16="http://schemas.microsoft.com/office/drawing/2014/main" val="3069144988"/>
                    </a:ext>
                  </a:extLst>
                </a:gridCol>
                <a:gridCol w="210312">
                  <a:extLst>
                    <a:ext uri="{9D8B030D-6E8A-4147-A177-3AD203B41FA5}">
                      <a16:colId xmlns:a16="http://schemas.microsoft.com/office/drawing/2014/main" val="2983537412"/>
                    </a:ext>
                  </a:extLst>
                </a:gridCol>
                <a:gridCol w="321954">
                  <a:extLst>
                    <a:ext uri="{9D8B030D-6E8A-4147-A177-3AD203B41FA5}">
                      <a16:colId xmlns:a16="http://schemas.microsoft.com/office/drawing/2014/main" val="2728058984"/>
                    </a:ext>
                  </a:extLst>
                </a:gridCol>
                <a:gridCol w="321954">
                  <a:extLst>
                    <a:ext uri="{9D8B030D-6E8A-4147-A177-3AD203B41FA5}">
                      <a16:colId xmlns:a16="http://schemas.microsoft.com/office/drawing/2014/main" val="119338052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endParaRPr lang="en-US" sz="1200">
                        <a:solidFill>
                          <a:schemeClr val="tx2">
                            <a:lumMod val="75000"/>
                          </a:schemeClr>
                        </a:solidFill>
                      </a:endParaRPr>
                    </a:p>
                  </a:txBody>
                  <a:tcPr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>
                        <a:solidFill>
                          <a:schemeClr val="tx2">
                            <a:lumMod val="75000"/>
                          </a:schemeClr>
                        </a:solidFill>
                      </a:endParaRPr>
                    </a:p>
                  </a:txBody>
                  <a:tcPr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Pred.</a:t>
                      </a:r>
                    </a:p>
                  </a:txBody>
                  <a:tcPr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38431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200">
                        <a:solidFill>
                          <a:schemeClr val="tx2">
                            <a:lumMod val="75000"/>
                          </a:schemeClr>
                        </a:solidFill>
                      </a:endParaRPr>
                    </a:p>
                  </a:txBody>
                  <a:tcPr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>
                        <a:solidFill>
                          <a:schemeClr val="tx2">
                            <a:lumMod val="75000"/>
                          </a:schemeClr>
                        </a:solidFill>
                      </a:endParaRPr>
                    </a:p>
                  </a:txBody>
                  <a:tcPr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+</a:t>
                      </a:r>
                    </a:p>
                  </a:txBody>
                  <a:tcPr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 marT="0" marB="0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5086787"/>
                  </a:ext>
                </a:extLst>
              </a:tr>
              <a:tr h="239562"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Exp.</a:t>
                      </a:r>
                    </a:p>
                  </a:txBody>
                  <a:tcPr marL="0" marR="0" vert="vert27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+</a:t>
                      </a:r>
                    </a:p>
                  </a:txBody>
                  <a:tcPr marL="0" marR="0" vert="vert27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32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6135517"/>
                  </a:ext>
                </a:extLst>
              </a:tr>
              <a:tr h="23956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 marL="0" marR="0" vert="vert27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1566085"/>
                  </a:ext>
                </a:extLst>
              </a:tr>
            </a:tbl>
          </a:graphicData>
        </a:graphic>
      </p:graphicFrame>
      <p:pic>
        <p:nvPicPr>
          <p:cNvPr id="25" name="Graphic 24" descr="Monitor with solid fill">
            <a:extLst>
              <a:ext uri="{FF2B5EF4-FFF2-40B4-BE49-F238E27FC236}">
                <a16:creationId xmlns:a16="http://schemas.microsoft.com/office/drawing/2014/main" id="{2C9DEF29-3F37-E985-7C54-BD5C427AEC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249" y="972706"/>
            <a:ext cx="428052" cy="42805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000267CC-40DF-D338-5CE0-F61E1F576B70}"/>
              </a:ext>
            </a:extLst>
          </p:cNvPr>
          <p:cNvGrpSpPr/>
          <p:nvPr/>
        </p:nvGrpSpPr>
        <p:grpSpPr>
          <a:xfrm>
            <a:off x="413292" y="1728695"/>
            <a:ext cx="166463" cy="478633"/>
            <a:chOff x="6055539" y="719842"/>
            <a:chExt cx="243162" cy="699167"/>
          </a:xfrm>
        </p:grpSpPr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2B61836A-CBE9-60D9-85EF-94C292E383BD}"/>
                </a:ext>
              </a:extLst>
            </p:cNvPr>
            <p:cNvSpPr/>
            <p:nvPr/>
          </p:nvSpPr>
          <p:spPr>
            <a:xfrm rot="5420156">
              <a:off x="5842436" y="970237"/>
              <a:ext cx="669394" cy="228150"/>
            </a:xfrm>
            <a:custGeom>
              <a:avLst/>
              <a:gdLst>
                <a:gd name="csX0" fmla="*/ 1320 w 669396"/>
                <a:gd name="csY0" fmla="*/ 226846 h 228150"/>
                <a:gd name="csX1" fmla="*/ 0 w 669396"/>
                <a:gd name="csY1" fmla="*/ 1570 h 228150"/>
                <a:gd name="csX2" fmla="*/ 7775 w 669396"/>
                <a:gd name="csY2" fmla="*/ 0 h 228150"/>
                <a:gd name="csX3" fmla="*/ 555321 w 669396"/>
                <a:gd name="csY3" fmla="*/ 0 h 228150"/>
                <a:gd name="csX4" fmla="*/ 669396 w 669396"/>
                <a:gd name="csY4" fmla="*/ 114075 h 228150"/>
                <a:gd name="csX5" fmla="*/ 669395 w 669396"/>
                <a:gd name="csY5" fmla="*/ 114075 h 228150"/>
                <a:gd name="csX6" fmla="*/ 555320 w 669396"/>
                <a:gd name="csY6" fmla="*/ 228150 h 228150"/>
                <a:gd name="csX7" fmla="*/ 7775 w 669396"/>
                <a:gd name="csY7" fmla="*/ 228149 h 2281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69396" h="228150">
                  <a:moveTo>
                    <a:pt x="1320" y="226846"/>
                  </a:moveTo>
                  <a:lnTo>
                    <a:pt x="0" y="1570"/>
                  </a:lnTo>
                  <a:lnTo>
                    <a:pt x="7775" y="0"/>
                  </a:lnTo>
                  <a:lnTo>
                    <a:pt x="555321" y="0"/>
                  </a:lnTo>
                  <a:cubicBezTo>
                    <a:pt x="618323" y="0"/>
                    <a:pt x="669396" y="51073"/>
                    <a:pt x="669396" y="114075"/>
                  </a:cubicBezTo>
                  <a:lnTo>
                    <a:pt x="669395" y="114075"/>
                  </a:lnTo>
                  <a:cubicBezTo>
                    <a:pt x="669395" y="177077"/>
                    <a:pt x="618322" y="228150"/>
                    <a:pt x="555320" y="228150"/>
                  </a:cubicBezTo>
                  <a:lnTo>
                    <a:pt x="7775" y="228149"/>
                  </a:lnTo>
                  <a:close/>
                </a:path>
              </a:pathLst>
            </a:custGeom>
            <a:noFill/>
            <a:ln w="22225">
              <a:solidFill>
                <a:srgbClr val="CABC9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C9BC9B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84314ED5-57A9-545D-B141-D029C51B85AA}"/>
                </a:ext>
              </a:extLst>
            </p:cNvPr>
            <p:cNvSpPr/>
            <p:nvPr/>
          </p:nvSpPr>
          <p:spPr>
            <a:xfrm>
              <a:off x="6055539" y="719842"/>
              <a:ext cx="243162" cy="58208"/>
            </a:xfrm>
            <a:prstGeom prst="ellipse">
              <a:avLst/>
            </a:prstGeom>
            <a:solidFill>
              <a:srgbClr val="FCF9EA"/>
            </a:solidFill>
            <a:ln w="22225">
              <a:solidFill>
                <a:srgbClr val="CABC9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3C9F656-B003-C114-0C95-28155F346A1E}"/>
                </a:ext>
              </a:extLst>
            </p:cNvPr>
            <p:cNvSpPr/>
            <p:nvPr/>
          </p:nvSpPr>
          <p:spPr>
            <a:xfrm>
              <a:off x="6068813" y="866544"/>
              <a:ext cx="218450" cy="56631"/>
            </a:xfrm>
            <a:prstGeom prst="ellipse">
              <a:avLst/>
            </a:prstGeom>
            <a:noFill/>
            <a:ln w="22225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pic>
        <p:nvPicPr>
          <p:cNvPr id="38" name="Graphic 37" descr="Monitor with solid fill">
            <a:extLst>
              <a:ext uri="{FF2B5EF4-FFF2-40B4-BE49-F238E27FC236}">
                <a16:creationId xmlns:a16="http://schemas.microsoft.com/office/drawing/2014/main" id="{DEE1C2AD-7734-F46D-F4F7-E2267663CF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9138" y="969494"/>
            <a:ext cx="428052" cy="428052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A57E3A9C-2BF9-EAED-3F13-5F52A351807B}"/>
              </a:ext>
            </a:extLst>
          </p:cNvPr>
          <p:cNvGrpSpPr/>
          <p:nvPr/>
        </p:nvGrpSpPr>
        <p:grpSpPr>
          <a:xfrm>
            <a:off x="6190181" y="1725483"/>
            <a:ext cx="166463" cy="478633"/>
            <a:chOff x="6055539" y="719842"/>
            <a:chExt cx="243162" cy="699167"/>
          </a:xfrm>
        </p:grpSpPr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8603690F-1BFC-878B-ACA5-F4A4B343455D}"/>
                </a:ext>
              </a:extLst>
            </p:cNvPr>
            <p:cNvSpPr/>
            <p:nvPr/>
          </p:nvSpPr>
          <p:spPr>
            <a:xfrm rot="5420156">
              <a:off x="5842436" y="970237"/>
              <a:ext cx="669394" cy="228150"/>
            </a:xfrm>
            <a:custGeom>
              <a:avLst/>
              <a:gdLst>
                <a:gd name="csX0" fmla="*/ 1320 w 669396"/>
                <a:gd name="csY0" fmla="*/ 226846 h 228150"/>
                <a:gd name="csX1" fmla="*/ 0 w 669396"/>
                <a:gd name="csY1" fmla="*/ 1570 h 228150"/>
                <a:gd name="csX2" fmla="*/ 7775 w 669396"/>
                <a:gd name="csY2" fmla="*/ 0 h 228150"/>
                <a:gd name="csX3" fmla="*/ 555321 w 669396"/>
                <a:gd name="csY3" fmla="*/ 0 h 228150"/>
                <a:gd name="csX4" fmla="*/ 669396 w 669396"/>
                <a:gd name="csY4" fmla="*/ 114075 h 228150"/>
                <a:gd name="csX5" fmla="*/ 669395 w 669396"/>
                <a:gd name="csY5" fmla="*/ 114075 h 228150"/>
                <a:gd name="csX6" fmla="*/ 555320 w 669396"/>
                <a:gd name="csY6" fmla="*/ 228150 h 228150"/>
                <a:gd name="csX7" fmla="*/ 7775 w 669396"/>
                <a:gd name="csY7" fmla="*/ 228149 h 2281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69396" h="228150">
                  <a:moveTo>
                    <a:pt x="1320" y="226846"/>
                  </a:moveTo>
                  <a:lnTo>
                    <a:pt x="0" y="1570"/>
                  </a:lnTo>
                  <a:lnTo>
                    <a:pt x="7775" y="0"/>
                  </a:lnTo>
                  <a:lnTo>
                    <a:pt x="555321" y="0"/>
                  </a:lnTo>
                  <a:cubicBezTo>
                    <a:pt x="618323" y="0"/>
                    <a:pt x="669396" y="51073"/>
                    <a:pt x="669396" y="114075"/>
                  </a:cubicBezTo>
                  <a:lnTo>
                    <a:pt x="669395" y="114075"/>
                  </a:lnTo>
                  <a:cubicBezTo>
                    <a:pt x="669395" y="177077"/>
                    <a:pt x="618322" y="228150"/>
                    <a:pt x="555320" y="228150"/>
                  </a:cubicBezTo>
                  <a:lnTo>
                    <a:pt x="7775" y="228149"/>
                  </a:lnTo>
                  <a:close/>
                </a:path>
              </a:pathLst>
            </a:custGeom>
            <a:noFill/>
            <a:ln w="22225">
              <a:solidFill>
                <a:srgbClr val="CABC9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C9BC9B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B88F2B47-D620-00A5-3ABE-E793F0051D87}"/>
                </a:ext>
              </a:extLst>
            </p:cNvPr>
            <p:cNvSpPr/>
            <p:nvPr/>
          </p:nvSpPr>
          <p:spPr>
            <a:xfrm>
              <a:off x="6055539" y="719842"/>
              <a:ext cx="243162" cy="58208"/>
            </a:xfrm>
            <a:prstGeom prst="ellipse">
              <a:avLst/>
            </a:prstGeom>
            <a:solidFill>
              <a:srgbClr val="FCF9EA"/>
            </a:solidFill>
            <a:ln w="22225">
              <a:solidFill>
                <a:srgbClr val="CABC9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9F3E91EE-F01B-DD45-BC43-8078B76A6E23}"/>
                </a:ext>
              </a:extLst>
            </p:cNvPr>
            <p:cNvSpPr/>
            <p:nvPr/>
          </p:nvSpPr>
          <p:spPr>
            <a:xfrm>
              <a:off x="6068813" y="866544"/>
              <a:ext cx="218450" cy="56631"/>
            </a:xfrm>
            <a:prstGeom prst="ellipse">
              <a:avLst/>
            </a:prstGeom>
            <a:noFill/>
            <a:ln w="22225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44642770"/>
      </p:ext>
    </p:extLst>
  </p:cSld>
  <p:clrMapOvr>
    <a:masterClrMapping/>
  </p:clrMapOvr>
</p:sld>
</file>

<file path=ppt/theme/theme1.xml><?xml version="1.0" encoding="utf-8"?>
<a:theme xmlns:a="http://schemas.openxmlformats.org/drawingml/2006/main" name="PhD Theme">
  <a:themeElements>
    <a:clrScheme name="Custom 6">
      <a:dk1>
        <a:srgbClr val="000000"/>
      </a:dk1>
      <a:lt1>
        <a:srgbClr val="FFFFFF"/>
      </a:lt1>
      <a:dk2>
        <a:srgbClr val="C9BC9B"/>
      </a:dk2>
      <a:lt2>
        <a:srgbClr val="FBF9EA"/>
      </a:lt2>
      <a:accent1>
        <a:srgbClr val="5B8C8F"/>
      </a:accent1>
      <a:accent2>
        <a:srgbClr val="BBD5E9"/>
      </a:accent2>
      <a:accent3>
        <a:srgbClr val="E57E66"/>
      </a:accent3>
      <a:accent4>
        <a:srgbClr val="893624"/>
      </a:accent4>
      <a:accent5>
        <a:srgbClr val="7E9B6B"/>
      </a:accent5>
      <a:accent6>
        <a:srgbClr val="CBE8B9"/>
      </a:accent6>
      <a:hlink>
        <a:srgbClr val="EBB309"/>
      </a:hlink>
      <a:folHlink>
        <a:srgbClr val="FEFFFF"/>
      </a:folHlink>
    </a:clrScheme>
    <a:fontScheme name="Modern Swiss">
      <a:majorFont>
        <a:latin typeface="Arial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  <a:effectLst>
          <a:outerShdw dist="38100" dir="5400000" algn="t" rotWithShape="0">
            <a:schemeClr val="bg2">
              <a:alpha val="20000"/>
            </a:schemeClr>
          </a:outerShdw>
        </a:effectLst>
      </a:spPr>
      <a:bodyPr rtlCol="0" anchor="ctr"/>
      <a:lstStyle>
        <a:defPPr algn="ctr">
          <a:lnSpc>
            <a:spcPct val="95000"/>
          </a:lnSpc>
          <a:defRPr b="1" dirty="0" smtClean="0">
            <a:solidFill>
              <a:schemeClr val="tx2"/>
            </a:solidFill>
            <a:latin typeface="+mj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hD Theme" id="{5A98FAA6-1DCB-BD4C-AAD3-9A3DA79A3930}" vid="{19A5F929-E5D6-E348-A688-44E53357008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PhD Theme</Template>
  <TotalTime>2</TotalTime>
  <Words>53</Words>
  <Application>Microsoft Macintosh PowerPoint</Application>
  <PresentationFormat>Custom</PresentationFormat>
  <Paragraphs>37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Corbel</vt:lpstr>
      <vt:lpstr>Microsoft New Tai Lue</vt:lpstr>
      <vt:lpstr>Source Sans Pro</vt:lpstr>
      <vt:lpstr>PhD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Helen Scott</dc:creator>
  <cp:lastModifiedBy>Helen Scott</cp:lastModifiedBy>
  <cp:revision>1</cp:revision>
  <dcterms:created xsi:type="dcterms:W3CDTF">2026-09-16T14:17:37Z</dcterms:created>
  <dcterms:modified xsi:type="dcterms:W3CDTF">2026-09-16T14:19:47Z</dcterms:modified>
</cp:coreProperties>
</file>