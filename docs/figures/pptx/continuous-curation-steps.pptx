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83" r:id="rId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59"/>
  </p:normalViewPr>
  <p:slideViewPr>
    <p:cSldViewPr snapToGrid="0">
      <p:cViewPr varScale="1">
        <p:scale>
          <a:sx n="97" d="100"/>
          <a:sy n="97" d="100"/>
        </p:scale>
        <p:origin x="4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1E524-6E79-CF4B-9E85-0A88F03DEB7C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233B3-8355-2C4A-9930-127678E91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3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26424"/>
            <a:ext cx="4136872" cy="4022024"/>
          </a:xfrm>
        </p:spPr>
        <p:txBody>
          <a:bodyPr/>
          <a:lstStyle>
            <a:lvl1pPr>
              <a:lnSpc>
                <a:spcPct val="90000"/>
              </a:lnSpc>
              <a:defRPr sz="9680" kern="100" cap="all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388621" y="5128533"/>
            <a:ext cx="1272461" cy="3684977"/>
          </a:xfrm>
        </p:spPr>
        <p:txBody>
          <a:bodyPr anchor="b"/>
          <a:lstStyle>
            <a:lvl1pPr>
              <a:lnSpc>
                <a:spcPct val="100000"/>
              </a:lnSpc>
              <a:defRPr sz="1907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/>
        </p:nvCxnSpPr>
        <p:spPr>
          <a:xfrm>
            <a:off x="388621" y="9061873"/>
            <a:ext cx="127261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4682943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6111320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021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1005840"/>
            <a:ext cx="2704744" cy="18011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38862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254692" y="1005840"/>
            <a:ext cx="4129088" cy="18011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181929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24997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468064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6111320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38862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181929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24997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468064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6111320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38862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181929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24997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468064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6111320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38862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181929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24997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468064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6111320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56909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78518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61398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4130333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3448" y="9397153"/>
            <a:ext cx="358059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63542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1005840"/>
            <a:ext cx="1973492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5400822" y="1005840"/>
            <a:ext cx="1982958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25470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0064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52446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42422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0850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5643882"/>
            <a:ext cx="3594735" cy="6218369"/>
          </a:xfrm>
        </p:spPr>
        <p:txBody>
          <a:bodyPr>
            <a:spAutoFit/>
          </a:bodyPr>
          <a:lstStyle>
            <a:lvl1pPr>
              <a:defRPr sz="8507" kern="100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7767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7772400" cy="100584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3967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686349"/>
            <a:ext cx="3598621" cy="3728314"/>
          </a:xfrm>
        </p:spPr>
        <p:txBody>
          <a:bodyPr/>
          <a:lstStyle>
            <a:lvl1pPr>
              <a:lnSpc>
                <a:spcPct val="90000"/>
              </a:lnSpc>
              <a:defRPr sz="8507" kern="100" cap="none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4112475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855C1-EDC8-3D45-8F6E-152AA6BBBAFA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B213-2EB3-0A40-9174-7A75736A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66" y="278534"/>
            <a:ext cx="7233869" cy="11823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1754809"/>
            <a:ext cx="3616935" cy="72795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99434" y="9383317"/>
            <a:ext cx="18434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1173" smtClean="0">
                <a:solidFill>
                  <a:schemeClr val="bg2"/>
                </a:solidFill>
              </a:rPr>
              <a:pPr algn="r"/>
              <a:t>‹#›</a:t>
            </a:fld>
            <a:endParaRPr lang="en-US" sz="1173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198724" y="9383317"/>
            <a:ext cx="3526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173">
                <a:solidFill>
                  <a:schemeClr val="bg2"/>
                </a:solidFill>
              </a:rPr>
              <a:t>|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E5DBB5-BBD5-460C-B0E3-37FC45C93E68}"/>
              </a:ext>
            </a:extLst>
          </p:cNvPr>
          <p:cNvSpPr txBox="1">
            <a:spLocks/>
          </p:cNvSpPr>
          <p:nvPr/>
        </p:nvSpPr>
        <p:spPr>
          <a:xfrm>
            <a:off x="315546" y="9328381"/>
            <a:ext cx="2777818" cy="7300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defRPr sz="800" b="0" i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i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800" b="1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en-US" sz="1173"/>
              <a:t>Helen Scott  |  Qualifying Exam</a:t>
            </a:r>
          </a:p>
        </p:txBody>
      </p:sp>
    </p:spTree>
    <p:extLst>
      <p:ext uri="{BB962C8B-B14F-4D97-AF65-F5344CB8AC3E}">
        <p14:creationId xmlns:p14="http://schemas.microsoft.com/office/powerpoint/2010/main" val="22431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</p:sldLayoutIdLst>
  <p:txStyles>
    <p:titleStyle>
      <a:lvl1pPr algn="l" defTabSz="1341150" rtl="0" eaLnBrk="1" latinLnBrk="0" hangingPunct="1">
        <a:lnSpc>
          <a:spcPct val="95000"/>
        </a:lnSpc>
        <a:spcBef>
          <a:spcPct val="0"/>
        </a:spcBef>
        <a:buNone/>
        <a:defRPr sz="6453" b="1" kern="1200" spc="-22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41150" rtl="0" eaLnBrk="1" latinLnBrk="0" hangingPunct="1">
        <a:lnSpc>
          <a:spcPct val="120000"/>
        </a:lnSpc>
        <a:spcBef>
          <a:spcPts val="880"/>
        </a:spcBef>
        <a:spcAft>
          <a:spcPts val="1760"/>
        </a:spcAft>
        <a:buFont typeface="Arial" panose="020B0604020202020204" pitchFamily="34" charset="0"/>
        <a:buChar char="​"/>
        <a:defRPr sz="22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1341150" rtl="0" eaLnBrk="1" latinLnBrk="0" hangingPunct="1">
        <a:lnSpc>
          <a:spcPct val="100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​"/>
        <a:defRPr sz="22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1341150" rtl="0" eaLnBrk="1" latinLnBrk="0" hangingPunct="1">
        <a:lnSpc>
          <a:spcPct val="110000"/>
        </a:lnSpc>
        <a:spcBef>
          <a:spcPts val="880"/>
        </a:spcBef>
        <a:spcAft>
          <a:spcPts val="0"/>
        </a:spcAft>
        <a:buFont typeface="Arial" panose="020B0604020202020204" pitchFamily="34" charset="0"/>
        <a:buChar char="​"/>
        <a:defRPr sz="1613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1341150" rtl="0" eaLnBrk="1" latinLnBrk="0" hangingPunct="1">
        <a:lnSpc>
          <a:spcPct val="114000"/>
        </a:lnSpc>
        <a:spcBef>
          <a:spcPts val="880"/>
        </a:spcBef>
        <a:spcAft>
          <a:spcPts val="880"/>
        </a:spcAft>
        <a:buFont typeface="Arial" panose="020B0604020202020204" pitchFamily="34" charset="0"/>
        <a:buChar char="​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251466" indent="-251466" algn="l" defTabSz="1341150" rtl="0" eaLnBrk="1" latinLnBrk="0" hangingPunct="1">
        <a:lnSpc>
          <a:spcPct val="95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505261" indent="-253795" algn="l" defTabSz="1341150" rtl="0" eaLnBrk="1" latinLnBrk="0" hangingPunct="1">
        <a:lnSpc>
          <a:spcPct val="85000"/>
        </a:lnSpc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1341150" rtl="0" eaLnBrk="1" latinLnBrk="0" hangingPunct="1">
        <a:spcBef>
          <a:spcPts val="880"/>
        </a:spcBef>
        <a:spcAft>
          <a:spcPts val="880"/>
        </a:spcAft>
        <a:buClr>
          <a:schemeClr val="bg2"/>
        </a:buClr>
        <a:buFont typeface="Arial" panose="020B0604020202020204" pitchFamily="34" charset="0"/>
        <a:buChar char="​"/>
        <a:defRPr sz="22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251466" indent="-251466" algn="l" defTabSz="1341150" rtl="0" eaLnBrk="1" latinLnBrk="0" hangingPunct="1"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505261" indent="-253795" algn="l" defTabSz="1341150" rtl="0" eaLnBrk="1" latinLnBrk="0" hangingPunct="1"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68" userDrawn="1">
          <p15:clr>
            <a:srgbClr val="F26B43"/>
          </p15:clr>
        </p15:guide>
        <p15:guide id="2" pos="24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14AD8F9-B5F6-C1FD-14EB-2768BC64C782}"/>
              </a:ext>
            </a:extLst>
          </p:cNvPr>
          <p:cNvSpPr/>
          <p:nvPr/>
        </p:nvSpPr>
        <p:spPr>
          <a:xfrm rot="16200000">
            <a:off x="1211032" y="-1095515"/>
            <a:ext cx="346999" cy="2769063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rgbClr val="25565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Curate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1DF4AC9-51E9-4EAC-8097-97B40EC298CD}"/>
              </a:ext>
            </a:extLst>
          </p:cNvPr>
          <p:cNvSpPr/>
          <p:nvPr/>
        </p:nvSpPr>
        <p:spPr>
          <a:xfrm rot="16200000">
            <a:off x="4642038" y="-1361033"/>
            <a:ext cx="346999" cy="3303532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rgbClr val="3E6D6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Test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61460B91-5B5D-C5CC-69FE-0ADD5248DB96}"/>
              </a:ext>
            </a:extLst>
          </p:cNvPr>
          <p:cNvSpPr/>
          <p:nvPr/>
        </p:nvSpPr>
        <p:spPr>
          <a:xfrm rot="16200000">
            <a:off x="6823242" y="-383615"/>
            <a:ext cx="346999" cy="1338400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Report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0BE2BA5-1C1C-CAC0-7458-0575FE9C51D0}"/>
              </a:ext>
            </a:extLst>
          </p:cNvPr>
          <p:cNvSpPr/>
          <p:nvPr/>
        </p:nvSpPr>
        <p:spPr>
          <a:xfrm rot="16200000">
            <a:off x="501131" y="1760499"/>
            <a:ext cx="346999" cy="1338400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rgbClr val="C3695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Release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4EAAB96-5118-6C4B-6787-8A5C71FC877C}"/>
              </a:ext>
            </a:extLst>
          </p:cNvPr>
          <p:cNvSpPr/>
          <p:nvPr/>
        </p:nvSpPr>
        <p:spPr>
          <a:xfrm rot="16200000">
            <a:off x="3659471" y="1771304"/>
            <a:ext cx="346999" cy="1338400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rgbClr val="A44E3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Run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B18E42D-5870-1A51-504D-620A79BCAA65}"/>
              </a:ext>
            </a:extLst>
          </p:cNvPr>
          <p:cNvSpPr/>
          <p:nvPr/>
        </p:nvSpPr>
        <p:spPr>
          <a:xfrm rot="16200000">
            <a:off x="6828672" y="1751920"/>
            <a:ext cx="346999" cy="1338400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rgbClr val="89362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Monitor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2296A-4AE5-8D5E-22E5-58A6658A01DB}"/>
              </a:ext>
            </a:extLst>
          </p:cNvPr>
          <p:cNvSpPr txBox="1"/>
          <p:nvPr/>
        </p:nvSpPr>
        <p:spPr>
          <a:xfrm>
            <a:off x="0" y="469381"/>
            <a:ext cx="1268512" cy="430887"/>
          </a:xfrm>
          <a:prstGeom prst="rect">
            <a:avLst/>
          </a:prstGeom>
          <a:noFill/>
        </p:spPr>
        <p:txBody>
          <a:bodyPr wrap="square" lIns="27432" rIns="27432" rtlCol="0">
            <a:sp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Sdc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B33D8D-CE62-3522-6958-F658A6AEAD4C}"/>
              </a:ext>
            </a:extLst>
          </p:cNvPr>
          <p:cNvSpPr txBox="1"/>
          <p:nvPr/>
        </p:nvSpPr>
        <p:spPr>
          <a:xfrm>
            <a:off x="3163770" y="469381"/>
            <a:ext cx="1268512" cy="430887"/>
          </a:xfrm>
          <a:prstGeom prst="rect">
            <a:avLst/>
          </a:prstGeom>
          <a:noFill/>
        </p:spPr>
        <p:txBody>
          <a:bodyPr wrap="square" lIns="27432" rIns="27432" rtlCol="0">
            <a:sp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Unit Tests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3736BE-F0D5-90C6-51F4-7D23CFF10D7E}"/>
              </a:ext>
            </a:extLst>
          </p:cNvPr>
          <p:cNvSpPr txBox="1"/>
          <p:nvPr/>
        </p:nvSpPr>
        <p:spPr>
          <a:xfrm>
            <a:off x="6330256" y="462517"/>
            <a:ext cx="1268512" cy="1785104"/>
          </a:xfrm>
          <a:prstGeom prst="rect">
            <a:avLst/>
          </a:prstGeom>
          <a:noFill/>
        </p:spPr>
        <p:txBody>
          <a:bodyPr wrap="square" lIns="27432" rIns="27432" rtlCol="0">
            <a:sp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Biomass component producibility heatmap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Growth phenotype heatmap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MEMOTE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MACAW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A44A64-94D8-C03B-A7DB-F90D7D65E6D5}"/>
              </a:ext>
            </a:extLst>
          </p:cNvPr>
          <p:cNvSpPr txBox="1"/>
          <p:nvPr/>
        </p:nvSpPr>
        <p:spPr>
          <a:xfrm>
            <a:off x="3158340" y="2622584"/>
            <a:ext cx="1268512" cy="769441"/>
          </a:xfrm>
          <a:prstGeom prst="rect">
            <a:avLst/>
          </a:prstGeom>
          <a:noFill/>
        </p:spPr>
        <p:txBody>
          <a:bodyPr wrap="square" lIns="27432" rIns="27432" rtlCol="0">
            <a:sp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Use the model for simulations of interests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6B5A97-ADB8-1D32-2AF0-7491E6A3F59C}"/>
              </a:ext>
            </a:extLst>
          </p:cNvPr>
          <p:cNvSpPr txBox="1"/>
          <p:nvPr/>
        </p:nvSpPr>
        <p:spPr>
          <a:xfrm>
            <a:off x="6322111" y="2608348"/>
            <a:ext cx="1268512" cy="769441"/>
          </a:xfrm>
          <a:prstGeom prst="rect">
            <a:avLst/>
          </a:prstGeom>
          <a:noFill/>
        </p:spPr>
        <p:txBody>
          <a:bodyPr wrap="square" lIns="27432" rIns="27432" rtlCol="0">
            <a:sp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Open issues to document problems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4ECED9-0009-493C-B308-7B05F10F0F88}"/>
              </a:ext>
            </a:extLst>
          </p:cNvPr>
          <p:cNvSpPr txBox="1"/>
          <p:nvPr/>
        </p:nvSpPr>
        <p:spPr>
          <a:xfrm>
            <a:off x="0" y="2594620"/>
            <a:ext cx="1268512" cy="769441"/>
          </a:xfrm>
          <a:prstGeom prst="rect">
            <a:avLst/>
          </a:prstGeom>
          <a:noFill/>
        </p:spPr>
        <p:txBody>
          <a:bodyPr wrap="square" lIns="27432" rIns="27432" rtlCol="0">
            <a:sp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Export to other formats</a:t>
            </a:r>
          </a:p>
          <a:p>
            <a:pPr marL="574675" marR="0" lvl="1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JSON</a:t>
            </a:r>
          </a:p>
          <a:p>
            <a:pPr marL="574675" marR="0" lvl="1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Excel</a:t>
            </a:r>
          </a:p>
        </p:txBody>
      </p:sp>
    </p:spTree>
    <p:extLst>
      <p:ext uri="{BB962C8B-B14F-4D97-AF65-F5344CB8AC3E}">
        <p14:creationId xmlns:p14="http://schemas.microsoft.com/office/powerpoint/2010/main" val="645051818"/>
      </p:ext>
    </p:extLst>
  </p:cSld>
  <p:clrMapOvr>
    <a:masterClrMapping/>
  </p:clrMapOvr>
</p:sld>
</file>

<file path=ppt/theme/theme1.xml><?xml version="1.0" encoding="utf-8"?>
<a:theme xmlns:a="http://schemas.openxmlformats.org/drawingml/2006/main" name="PhD Theme">
  <a:themeElements>
    <a:clrScheme name="Custom 6">
      <a:dk1>
        <a:srgbClr val="000000"/>
      </a:dk1>
      <a:lt1>
        <a:srgbClr val="FFFFFF"/>
      </a:lt1>
      <a:dk2>
        <a:srgbClr val="C9BC9B"/>
      </a:dk2>
      <a:lt2>
        <a:srgbClr val="FBF9EA"/>
      </a:lt2>
      <a:accent1>
        <a:srgbClr val="5B8C8F"/>
      </a:accent1>
      <a:accent2>
        <a:srgbClr val="BBD5E9"/>
      </a:accent2>
      <a:accent3>
        <a:srgbClr val="E57E66"/>
      </a:accent3>
      <a:accent4>
        <a:srgbClr val="893624"/>
      </a:accent4>
      <a:accent5>
        <a:srgbClr val="7E9B6B"/>
      </a:accent5>
      <a:accent6>
        <a:srgbClr val="CBE8B9"/>
      </a:accent6>
      <a:hlink>
        <a:srgbClr val="EBB309"/>
      </a:hlink>
      <a:folHlink>
        <a:srgbClr val="FEFFFF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D Theme" id="{5A98FAA6-1DCB-BD4C-AAD3-9A3DA79A3930}" vid="{19A5F929-E5D6-E348-A688-44E53357008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 Theme</Template>
  <TotalTime>3</TotalTime>
  <Words>36</Words>
  <Application>Microsoft Macintosh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Corbel</vt:lpstr>
      <vt:lpstr>Microsoft New Tai Lue</vt:lpstr>
      <vt:lpstr>Source Sans Pro</vt:lpstr>
      <vt:lpstr>PhD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Scott</dc:creator>
  <cp:lastModifiedBy>Helen Scott</cp:lastModifiedBy>
  <cp:revision>2</cp:revision>
  <dcterms:created xsi:type="dcterms:W3CDTF">2026-09-16T14:17:37Z</dcterms:created>
  <dcterms:modified xsi:type="dcterms:W3CDTF">2026-09-16T14:20:49Z</dcterms:modified>
</cp:coreProperties>
</file>