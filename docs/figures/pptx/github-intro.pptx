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82" r:id="rId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/>
    <p:restoredTop sz="94667"/>
  </p:normalViewPr>
  <p:slideViewPr>
    <p:cSldViewPr snapToGrid="0">
      <p:cViewPr>
        <p:scale>
          <a:sx n="158" d="100"/>
          <a:sy n="158" d="100"/>
        </p:scale>
        <p:origin x="288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1E524-6E79-CF4B-9E85-0A88F03DEB7C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233B3-8355-2C4A-9930-127678E91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3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44131-5ABB-A944-8E26-DE05003D16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59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8620" y="526424"/>
            <a:ext cx="4136872" cy="4022024"/>
          </a:xfrm>
        </p:spPr>
        <p:txBody>
          <a:bodyPr/>
          <a:lstStyle>
            <a:lvl1pPr>
              <a:lnSpc>
                <a:spcPct val="90000"/>
              </a:lnSpc>
              <a:defRPr sz="9680" kern="100" cap="all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388621" y="5128533"/>
            <a:ext cx="1272461" cy="3684977"/>
          </a:xfrm>
        </p:spPr>
        <p:txBody>
          <a:bodyPr anchor="b"/>
          <a:lstStyle>
            <a:lvl1pPr>
              <a:lnSpc>
                <a:spcPct val="100000"/>
              </a:lnSpc>
              <a:defRPr sz="1907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/>
        </p:nvCxnSpPr>
        <p:spPr>
          <a:xfrm>
            <a:off x="388621" y="9061873"/>
            <a:ext cx="127261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4682943" y="7599679"/>
            <a:ext cx="1272461" cy="1499448"/>
          </a:xfrm>
        </p:spPr>
        <p:txBody>
          <a:bodyPr anchor="b"/>
          <a:lstStyle>
            <a:lvl1pPr algn="r">
              <a:lnSpc>
                <a:spcPct val="100000"/>
              </a:lnSpc>
              <a:defRPr sz="1907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6111320" y="7599679"/>
            <a:ext cx="1272461" cy="1499448"/>
          </a:xfrm>
        </p:spPr>
        <p:txBody>
          <a:bodyPr anchor="b"/>
          <a:lstStyle>
            <a:lvl1pPr algn="r">
              <a:lnSpc>
                <a:spcPct val="100000"/>
              </a:lnSpc>
              <a:defRPr sz="1907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021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1005840"/>
            <a:ext cx="2704744" cy="18011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388621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254692" y="1005840"/>
            <a:ext cx="4129088" cy="18011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1819296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249971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4680646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6111320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388621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1819296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249971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4680646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6111320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388621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1819296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249971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4680646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6111320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388621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1819296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249971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4680646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6111320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56909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78518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106073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61398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4130333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3448" y="9397153"/>
            <a:ext cx="358059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63542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448" y="1005840"/>
            <a:ext cx="1973492" cy="8056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5400822" y="1005840"/>
            <a:ext cx="1982958" cy="8056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25470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5400822" y="5029200"/>
            <a:ext cx="1982958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0064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5400822" y="5029200"/>
            <a:ext cx="1982958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106073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52446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42422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0850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5643882"/>
            <a:ext cx="3594735" cy="6218369"/>
          </a:xfrm>
        </p:spPr>
        <p:txBody>
          <a:bodyPr>
            <a:spAutoFit/>
          </a:bodyPr>
          <a:lstStyle>
            <a:lvl1pPr>
              <a:defRPr sz="8507" kern="100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7767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7772400" cy="100584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3967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8620" y="5686349"/>
            <a:ext cx="3598621" cy="3728314"/>
          </a:xfrm>
        </p:spPr>
        <p:txBody>
          <a:bodyPr/>
          <a:lstStyle>
            <a:lvl1pPr>
              <a:lnSpc>
                <a:spcPct val="90000"/>
              </a:lnSpc>
              <a:defRPr sz="8507" kern="100" cap="none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4112475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855C1-EDC8-3D45-8F6E-152AA6BBBAFA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B213-2EB3-0A40-9174-7A75736A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66" y="278534"/>
            <a:ext cx="7233869" cy="118230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1754809"/>
            <a:ext cx="3616935" cy="72795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99434" y="9383317"/>
            <a:ext cx="184346" cy="180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1173" smtClean="0">
                <a:solidFill>
                  <a:schemeClr val="bg2"/>
                </a:solidFill>
              </a:rPr>
              <a:pPr algn="r"/>
              <a:t>‹#›</a:t>
            </a:fld>
            <a:endParaRPr lang="en-US" sz="1173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198724" y="9383317"/>
            <a:ext cx="35266" cy="180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173">
                <a:solidFill>
                  <a:schemeClr val="bg2"/>
                </a:solidFill>
              </a:rPr>
              <a:t>|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E5DBB5-BBD5-460C-B0E3-37FC45C93E68}"/>
              </a:ext>
            </a:extLst>
          </p:cNvPr>
          <p:cNvSpPr txBox="1">
            <a:spLocks/>
          </p:cNvSpPr>
          <p:nvPr/>
        </p:nvSpPr>
        <p:spPr>
          <a:xfrm>
            <a:off x="315546" y="9328381"/>
            <a:ext cx="2777818" cy="7300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defRPr sz="800" b="0" i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800" i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800" b="1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en-US" sz="1173"/>
              <a:t>Helen Scott  |  Qualifying Exam</a:t>
            </a:r>
          </a:p>
        </p:txBody>
      </p:sp>
    </p:spTree>
    <p:extLst>
      <p:ext uri="{BB962C8B-B14F-4D97-AF65-F5344CB8AC3E}">
        <p14:creationId xmlns:p14="http://schemas.microsoft.com/office/powerpoint/2010/main" val="22431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</p:sldLayoutIdLst>
  <p:txStyles>
    <p:titleStyle>
      <a:lvl1pPr algn="l" defTabSz="1341150" rtl="0" eaLnBrk="1" latinLnBrk="0" hangingPunct="1">
        <a:lnSpc>
          <a:spcPct val="95000"/>
        </a:lnSpc>
        <a:spcBef>
          <a:spcPct val="0"/>
        </a:spcBef>
        <a:buNone/>
        <a:defRPr sz="6453" b="1" kern="1200" spc="-22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41150" rtl="0" eaLnBrk="1" latinLnBrk="0" hangingPunct="1">
        <a:lnSpc>
          <a:spcPct val="120000"/>
        </a:lnSpc>
        <a:spcBef>
          <a:spcPts val="880"/>
        </a:spcBef>
        <a:spcAft>
          <a:spcPts val="1760"/>
        </a:spcAft>
        <a:buFont typeface="Arial" panose="020B0604020202020204" pitchFamily="34" charset="0"/>
        <a:buChar char="​"/>
        <a:defRPr sz="22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1341150" rtl="0" eaLnBrk="1" latinLnBrk="0" hangingPunct="1">
        <a:lnSpc>
          <a:spcPct val="100000"/>
        </a:lnSpc>
        <a:spcBef>
          <a:spcPts val="0"/>
        </a:spcBef>
        <a:spcAft>
          <a:spcPts val="880"/>
        </a:spcAft>
        <a:buFont typeface="Arial" panose="020B0604020202020204" pitchFamily="34" charset="0"/>
        <a:buChar char="​"/>
        <a:defRPr sz="22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1341150" rtl="0" eaLnBrk="1" latinLnBrk="0" hangingPunct="1">
        <a:lnSpc>
          <a:spcPct val="110000"/>
        </a:lnSpc>
        <a:spcBef>
          <a:spcPts val="880"/>
        </a:spcBef>
        <a:spcAft>
          <a:spcPts val="0"/>
        </a:spcAft>
        <a:buFont typeface="Arial" panose="020B0604020202020204" pitchFamily="34" charset="0"/>
        <a:buChar char="​"/>
        <a:defRPr sz="1613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1341150" rtl="0" eaLnBrk="1" latinLnBrk="0" hangingPunct="1">
        <a:lnSpc>
          <a:spcPct val="114000"/>
        </a:lnSpc>
        <a:spcBef>
          <a:spcPts val="880"/>
        </a:spcBef>
        <a:spcAft>
          <a:spcPts val="880"/>
        </a:spcAft>
        <a:buFont typeface="Arial" panose="020B0604020202020204" pitchFamily="34" charset="0"/>
        <a:buChar char="​"/>
        <a:defRPr sz="1613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251466" indent="-251466" algn="l" defTabSz="1341150" rtl="0" eaLnBrk="1" latinLnBrk="0" hangingPunct="1">
        <a:lnSpc>
          <a:spcPct val="95000"/>
        </a:lnSpc>
        <a:spcBef>
          <a:spcPts val="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505261" indent="-253795" algn="l" defTabSz="1341150" rtl="0" eaLnBrk="1" latinLnBrk="0" hangingPunct="1">
        <a:lnSpc>
          <a:spcPct val="85000"/>
        </a:lnSpc>
        <a:spcBef>
          <a:spcPct val="20000"/>
        </a:spcBef>
        <a:spcAft>
          <a:spcPts val="880"/>
        </a:spcAft>
        <a:buFont typeface="Arial" panose="020B0604020202020204" pitchFamily="34" charset="0"/>
        <a:buChar char="•"/>
        <a:defRPr sz="1613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1341150" rtl="0" eaLnBrk="1" latinLnBrk="0" hangingPunct="1">
        <a:spcBef>
          <a:spcPts val="880"/>
        </a:spcBef>
        <a:spcAft>
          <a:spcPts val="880"/>
        </a:spcAft>
        <a:buClr>
          <a:schemeClr val="bg2"/>
        </a:buClr>
        <a:buFont typeface="Arial" panose="020B0604020202020204" pitchFamily="34" charset="0"/>
        <a:buChar char="​"/>
        <a:defRPr sz="22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251466" indent="-251466" algn="l" defTabSz="1341150" rtl="0" eaLnBrk="1" latinLnBrk="0" hangingPunct="1">
        <a:spcBef>
          <a:spcPts val="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505261" indent="-253795" algn="l" defTabSz="1341150" rtl="0" eaLnBrk="1" latinLnBrk="0" hangingPunct="1">
        <a:spcBef>
          <a:spcPct val="2000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75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15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72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30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7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45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4027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602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68" userDrawn="1">
          <p15:clr>
            <a:srgbClr val="F26B43"/>
          </p15:clr>
        </p15:guide>
        <p15:guide id="2" pos="24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E104-2CC3-7805-943D-1ABA31B6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Programmer female with solid fill">
            <a:extLst>
              <a:ext uri="{FF2B5EF4-FFF2-40B4-BE49-F238E27FC236}">
                <a16:creationId xmlns:a16="http://schemas.microsoft.com/office/drawing/2014/main" id="{661E7D5A-5313-C9D1-55BA-0D80A59DCA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472" y="338962"/>
            <a:ext cx="1422127" cy="1422127"/>
          </a:xfrm>
          <a:prstGeom prst="rect">
            <a:avLst/>
          </a:prstGeom>
        </p:spPr>
      </p:pic>
      <p:sp>
        <p:nvSpPr>
          <p:cNvPr id="18" name="Right Arrow 17">
            <a:extLst>
              <a:ext uri="{FF2B5EF4-FFF2-40B4-BE49-F238E27FC236}">
                <a16:creationId xmlns:a16="http://schemas.microsoft.com/office/drawing/2014/main" id="{93FA2E9D-62CE-F561-103D-B4721F4C4E7A}"/>
              </a:ext>
            </a:extLst>
          </p:cNvPr>
          <p:cNvSpPr/>
          <p:nvPr/>
        </p:nvSpPr>
        <p:spPr>
          <a:xfrm>
            <a:off x="2705295" y="1084345"/>
            <a:ext cx="2234916" cy="615204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PUSH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BC1DDFDA-250B-2B9C-A709-186E1523D6B2}"/>
              </a:ext>
            </a:extLst>
          </p:cNvPr>
          <p:cNvSpPr/>
          <p:nvPr/>
        </p:nvSpPr>
        <p:spPr>
          <a:xfrm flipH="1">
            <a:off x="2425599" y="528922"/>
            <a:ext cx="2231136" cy="615204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US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PULL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8A7000-6EAB-D8A9-6E19-DB1459FDFA04}"/>
              </a:ext>
            </a:extLst>
          </p:cNvPr>
          <p:cNvSpPr txBox="1"/>
          <p:nvPr/>
        </p:nvSpPr>
        <p:spPr>
          <a:xfrm>
            <a:off x="1283168" y="1661153"/>
            <a:ext cx="862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Local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DFEEA2-65C8-B8E4-ACD5-B0088FA26EDA}"/>
              </a:ext>
            </a:extLst>
          </p:cNvPr>
          <p:cNvSpPr txBox="1"/>
          <p:nvPr/>
        </p:nvSpPr>
        <p:spPr>
          <a:xfrm>
            <a:off x="5696403" y="1693378"/>
            <a:ext cx="1154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Remote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149E67A-81CD-B1C9-B9D7-B0BE290A9579}"/>
              </a:ext>
            </a:extLst>
          </p:cNvPr>
          <p:cNvGrpSpPr/>
          <p:nvPr/>
        </p:nvGrpSpPr>
        <p:grpSpPr>
          <a:xfrm>
            <a:off x="4936431" y="-252870"/>
            <a:ext cx="2674429" cy="2674429"/>
            <a:chOff x="5097971" y="-268900"/>
            <a:chExt cx="2674429" cy="2674429"/>
          </a:xfrm>
        </p:grpSpPr>
        <p:pic>
          <p:nvPicPr>
            <p:cNvPr id="6" name="Graphic 5" descr="Cloud with solid fill">
              <a:extLst>
                <a:ext uri="{FF2B5EF4-FFF2-40B4-BE49-F238E27FC236}">
                  <a16:creationId xmlns:a16="http://schemas.microsoft.com/office/drawing/2014/main" id="{3B7F6105-C250-2E60-6FAC-D432D4323C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097971" y="-268900"/>
              <a:ext cx="2674429" cy="2674429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6121C26-D0E1-9D49-C87A-1EA34DB87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8174" y="639174"/>
              <a:ext cx="771658" cy="771658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DB218C4-6FF6-ADC9-A240-BD5453303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14313" y="1237647"/>
              <a:ext cx="679380" cy="679380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82B8657-CE2C-DF06-7F67-047958BE3C84}"/>
              </a:ext>
            </a:extLst>
          </p:cNvPr>
          <p:cNvGrpSpPr/>
          <p:nvPr/>
        </p:nvGrpSpPr>
        <p:grpSpPr>
          <a:xfrm rot="5400000">
            <a:off x="-16751" y="811074"/>
            <a:ext cx="1484861" cy="832110"/>
            <a:chOff x="466417" y="1973567"/>
            <a:chExt cx="1288917" cy="832110"/>
          </a:xfrm>
        </p:grpSpPr>
        <p:sp>
          <p:nvSpPr>
            <p:cNvPr id="17" name="U-Turn Arrow 16">
              <a:extLst>
                <a:ext uri="{FF2B5EF4-FFF2-40B4-BE49-F238E27FC236}">
                  <a16:creationId xmlns:a16="http://schemas.microsoft.com/office/drawing/2014/main" id="{B9657D1A-201E-32AE-AA04-B0E339097E27}"/>
                </a:ext>
              </a:extLst>
            </p:cNvPr>
            <p:cNvSpPr/>
            <p:nvPr/>
          </p:nvSpPr>
          <p:spPr>
            <a:xfrm rot="10800000" flipH="1">
              <a:off x="466417" y="2110497"/>
              <a:ext cx="1170360" cy="689049"/>
            </a:xfrm>
            <a:prstGeom prst="uturnArrow">
              <a:avLst>
                <a:gd name="adj1" fmla="val 42741"/>
                <a:gd name="adj2" fmla="val 25000"/>
                <a:gd name="adj3" fmla="val 0"/>
                <a:gd name="adj4" fmla="val 52016"/>
                <a:gd name="adj5" fmla="val 100000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2B226B2-E9D5-3C6D-1167-AF8E61458DBE}"/>
                </a:ext>
              </a:extLst>
            </p:cNvPr>
            <p:cNvSpPr txBox="1"/>
            <p:nvPr/>
          </p:nvSpPr>
          <p:spPr>
            <a:xfrm rot="10800000">
              <a:off x="489355" y="2436345"/>
              <a:ext cx="10262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COMMIT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7" name="Triangle 36">
              <a:extLst>
                <a:ext uri="{FF2B5EF4-FFF2-40B4-BE49-F238E27FC236}">
                  <a16:creationId xmlns:a16="http://schemas.microsoft.com/office/drawing/2014/main" id="{7A65E571-EFC3-C288-783E-A53D87D927F5}"/>
                </a:ext>
              </a:extLst>
            </p:cNvPr>
            <p:cNvSpPr/>
            <p:nvPr/>
          </p:nvSpPr>
          <p:spPr>
            <a:xfrm>
              <a:off x="1219915" y="1973567"/>
              <a:ext cx="535419" cy="276528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US" b="1" dirty="0">
                <a:solidFill>
                  <a:schemeClr val="tx2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4642770"/>
      </p:ext>
    </p:extLst>
  </p:cSld>
  <p:clrMapOvr>
    <a:masterClrMapping/>
  </p:clrMapOvr>
</p:sld>
</file>

<file path=ppt/theme/theme1.xml><?xml version="1.0" encoding="utf-8"?>
<a:theme xmlns:a="http://schemas.openxmlformats.org/drawingml/2006/main" name="PhD Theme">
  <a:themeElements>
    <a:clrScheme name="Custom 6">
      <a:dk1>
        <a:srgbClr val="000000"/>
      </a:dk1>
      <a:lt1>
        <a:srgbClr val="FFFFFF"/>
      </a:lt1>
      <a:dk2>
        <a:srgbClr val="C9BC9B"/>
      </a:dk2>
      <a:lt2>
        <a:srgbClr val="FBF9EA"/>
      </a:lt2>
      <a:accent1>
        <a:srgbClr val="5B8C8F"/>
      </a:accent1>
      <a:accent2>
        <a:srgbClr val="BBD5E9"/>
      </a:accent2>
      <a:accent3>
        <a:srgbClr val="E57E66"/>
      </a:accent3>
      <a:accent4>
        <a:srgbClr val="893624"/>
      </a:accent4>
      <a:accent5>
        <a:srgbClr val="7E9B6B"/>
      </a:accent5>
      <a:accent6>
        <a:srgbClr val="CBE8B9"/>
      </a:accent6>
      <a:hlink>
        <a:srgbClr val="EBB309"/>
      </a:hlink>
      <a:folHlink>
        <a:srgbClr val="FEFFFF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D Theme" id="{5A98FAA6-1DCB-BD4C-AAD3-9A3DA79A3930}" vid="{19A5F929-E5D6-E348-A688-44E53357008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 Theme</Template>
  <TotalTime>274</TotalTime>
  <Words>6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Corbel</vt:lpstr>
      <vt:lpstr>Microsoft New Tai Lue</vt:lpstr>
      <vt:lpstr>Source Sans Pro</vt:lpstr>
      <vt:lpstr>PhD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Scott</dc:creator>
  <cp:lastModifiedBy>Helen Scott</cp:lastModifiedBy>
  <cp:revision>12</cp:revision>
  <dcterms:created xsi:type="dcterms:W3CDTF">2026-09-16T14:17:37Z</dcterms:created>
  <dcterms:modified xsi:type="dcterms:W3CDTF">2026-09-18T20:14:43Z</dcterms:modified>
</cp:coreProperties>
</file>