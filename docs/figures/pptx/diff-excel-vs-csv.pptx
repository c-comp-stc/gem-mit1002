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2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0"/>
    <p:restoredTop sz="94667"/>
  </p:normalViewPr>
  <p:slideViewPr>
    <p:cSldViewPr snapToGrid="0">
      <p:cViewPr>
        <p:scale>
          <a:sx n="93" d="100"/>
          <a:sy n="93" d="100"/>
        </p:scale>
        <p:origin x="17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38E60-EDE0-5364-4722-267A2EBA4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8" y="396170"/>
            <a:ext cx="7652782" cy="2648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F0BC7-6D39-9E09-D6CE-D943DBD11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8" y="3598738"/>
            <a:ext cx="7652782" cy="30950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5A9C04-E772-3D56-2304-1C9C33057E40}"/>
              </a:ext>
            </a:extLst>
          </p:cNvPr>
          <p:cNvSpPr txBox="1"/>
          <p:nvPr/>
        </p:nvSpPr>
        <p:spPr>
          <a:xfrm>
            <a:off x="3577158" y="26838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Excel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26E62-5B83-F5D3-AC51-C152634FA4F5}"/>
              </a:ext>
            </a:extLst>
          </p:cNvPr>
          <p:cNvSpPr txBox="1"/>
          <p:nvPr/>
        </p:nvSpPr>
        <p:spPr>
          <a:xfrm>
            <a:off x="3658109" y="3229406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CSV</a:t>
            </a:r>
          </a:p>
        </p:txBody>
      </p:sp>
    </p:spTree>
    <p:extLst>
      <p:ext uri="{BB962C8B-B14F-4D97-AF65-F5344CB8AC3E}">
        <p14:creationId xmlns:p14="http://schemas.microsoft.com/office/powerpoint/2010/main" val="1744642770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167</TotalTime>
  <Words>3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Corbel</vt:lpstr>
      <vt:lpstr>Microsoft New Tai Lue</vt:lpstr>
      <vt:lpstr>Source Sans Pro</vt:lpstr>
      <vt:lpstr>PhD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11</cp:revision>
  <dcterms:created xsi:type="dcterms:W3CDTF">2026-09-16T14:17:37Z</dcterms:created>
  <dcterms:modified xsi:type="dcterms:W3CDTF">2026-09-18T19:42:34Z</dcterms:modified>
</cp:coreProperties>
</file>